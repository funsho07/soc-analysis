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9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BBE201A-DDAF-45F6-8C91-8ACDA41B6A8D}" v="27" dt="2026-10-03T16:54:39.63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unsho igbasan" userId="d209f1c09cf77b73" providerId="LiveId" clId="{2D0DCEB4-97B8-45F2-857A-59AEFA6FBCDF}"/>
    <pc:docChg chg="undo custSel addSld delSld modSld sldOrd">
      <pc:chgData name="funsho igbasan" userId="d209f1c09cf77b73" providerId="LiveId" clId="{2D0DCEB4-97B8-45F2-857A-59AEFA6FBCDF}" dt="2026-10-03T17:05:02.436" v="343" actId="20577"/>
      <pc:docMkLst>
        <pc:docMk/>
      </pc:docMkLst>
      <pc:sldChg chg="addSp delSp modSp mod">
        <pc:chgData name="funsho igbasan" userId="d209f1c09cf77b73" providerId="LiveId" clId="{2D0DCEB4-97B8-45F2-857A-59AEFA6FBCDF}" dt="2026-10-03T16:48:08.990" v="252" actId="113"/>
        <pc:sldMkLst>
          <pc:docMk/>
          <pc:sldMk cId="0" sldId="258"/>
        </pc:sldMkLst>
        <pc:spChg chg="mod">
          <ac:chgData name="funsho igbasan" userId="d209f1c09cf77b73" providerId="LiveId" clId="{2D0DCEB4-97B8-45F2-857A-59AEFA6FBCDF}" dt="2026-10-03T16:46:53.963" v="250" actId="255"/>
          <ac:spMkLst>
            <pc:docMk/>
            <pc:sldMk cId="0" sldId="258"/>
            <ac:spMk id="2" creationId="{00000000-0000-0000-0000-000000000000}"/>
          </ac:spMkLst>
        </pc:spChg>
        <pc:graphicFrameChg chg="mod">
          <ac:chgData name="funsho igbasan" userId="d209f1c09cf77b73" providerId="LiveId" clId="{2D0DCEB4-97B8-45F2-857A-59AEFA6FBCDF}" dt="2026-10-03T16:48:08.990" v="252" actId="113"/>
          <ac:graphicFrameMkLst>
            <pc:docMk/>
            <pc:sldMk cId="0" sldId="258"/>
            <ac:graphicFrameMk id="6" creationId="{52D0BE92-66B9-EE02-8E5E-B6FEE1524579}"/>
          </ac:graphicFrameMkLst>
        </pc:graphicFrameChg>
        <pc:picChg chg="del">
          <ac:chgData name="funsho igbasan" userId="d209f1c09cf77b73" providerId="LiveId" clId="{2D0DCEB4-97B8-45F2-857A-59AEFA6FBCDF}" dt="2026-10-03T16:46:09.295" v="218" actId="478"/>
          <ac:picMkLst>
            <pc:docMk/>
            <pc:sldMk cId="0" sldId="258"/>
            <ac:picMk id="3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46:20.396" v="224" actId="14100"/>
          <ac:picMkLst>
            <pc:docMk/>
            <pc:sldMk cId="0" sldId="258"/>
            <ac:picMk id="4" creationId="{9F57F5D5-FEE1-4910-B899-D7EA448AD8A7}"/>
          </ac:picMkLst>
        </pc:picChg>
      </pc:sldChg>
      <pc:sldChg chg="addSp delSp modSp mod">
        <pc:chgData name="funsho igbasan" userId="d209f1c09cf77b73" providerId="LiveId" clId="{2D0DCEB4-97B8-45F2-857A-59AEFA6FBCDF}" dt="2026-10-03T16:51:56.752" v="307" actId="255"/>
        <pc:sldMkLst>
          <pc:docMk/>
          <pc:sldMk cId="0" sldId="260"/>
        </pc:sldMkLst>
        <pc:spChg chg="mod">
          <ac:chgData name="funsho igbasan" userId="d209f1c09cf77b73" providerId="LiveId" clId="{2D0DCEB4-97B8-45F2-857A-59AEFA6FBCDF}" dt="2026-10-03T16:51:56.752" v="307" actId="255"/>
          <ac:spMkLst>
            <pc:docMk/>
            <pc:sldMk cId="0" sldId="260"/>
            <ac:spMk id="2" creationId="{00000000-0000-0000-0000-000000000000}"/>
          </ac:spMkLst>
        </pc:spChg>
        <pc:spChg chg="mod">
          <ac:chgData name="funsho igbasan" userId="d209f1c09cf77b73" providerId="LiveId" clId="{2D0DCEB4-97B8-45F2-857A-59AEFA6FBCDF}" dt="2026-10-03T16:51:32.763" v="302" actId="21"/>
          <ac:spMkLst>
            <pc:docMk/>
            <pc:sldMk cId="0" sldId="260"/>
            <ac:spMk id="3" creationId="{00000000-0000-0000-0000-000000000000}"/>
          </ac:spMkLst>
        </pc:spChg>
        <pc:picChg chg="del">
          <ac:chgData name="funsho igbasan" userId="d209f1c09cf77b73" providerId="LiveId" clId="{2D0DCEB4-97B8-45F2-857A-59AEFA6FBCDF}" dt="2026-10-03T16:49:58.179" v="254" actId="478"/>
          <ac:picMkLst>
            <pc:docMk/>
            <pc:sldMk cId="0" sldId="260"/>
            <ac:picMk id="4" creationId="{00000000-0000-0000-0000-000000000000}"/>
          </ac:picMkLst>
        </pc:picChg>
        <pc:picChg chg="del">
          <ac:chgData name="funsho igbasan" userId="d209f1c09cf77b73" providerId="LiveId" clId="{2D0DCEB4-97B8-45F2-857A-59AEFA6FBCDF}" dt="2026-10-03T16:50:20.899" v="260" actId="478"/>
          <ac:picMkLst>
            <pc:docMk/>
            <pc:sldMk cId="0" sldId="260"/>
            <ac:picMk id="5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50:07.920" v="258" actId="14100"/>
          <ac:picMkLst>
            <pc:docMk/>
            <pc:sldMk cId="0" sldId="260"/>
            <ac:picMk id="6" creationId="{758DEDEB-7606-4611-8B97-88F49A03B939}"/>
          </ac:picMkLst>
        </pc:picChg>
        <pc:picChg chg="add mod">
          <ac:chgData name="funsho igbasan" userId="d209f1c09cf77b73" providerId="LiveId" clId="{2D0DCEB4-97B8-45F2-857A-59AEFA6FBCDF}" dt="2026-10-03T16:50:29.326" v="264" actId="14100"/>
          <ac:picMkLst>
            <pc:docMk/>
            <pc:sldMk cId="0" sldId="260"/>
            <ac:picMk id="7" creationId="{64165F61-30CD-4471-BA55-03405A44DE70}"/>
          </ac:picMkLst>
        </pc:picChg>
      </pc:sldChg>
      <pc:sldChg chg="addSp delSp modSp mod">
        <pc:chgData name="funsho igbasan" userId="d209f1c09cf77b73" providerId="LiveId" clId="{2D0DCEB4-97B8-45F2-857A-59AEFA6FBCDF}" dt="2026-10-03T16:55:54.687" v="340" actId="14100"/>
        <pc:sldMkLst>
          <pc:docMk/>
          <pc:sldMk cId="0" sldId="262"/>
        </pc:sldMkLst>
        <pc:spChg chg="mod">
          <ac:chgData name="funsho igbasan" userId="d209f1c09cf77b73" providerId="LiveId" clId="{2D0DCEB4-97B8-45F2-857A-59AEFA6FBCDF}" dt="2026-10-03T16:55:36.283" v="338" actId="14100"/>
          <ac:spMkLst>
            <pc:docMk/>
            <pc:sldMk cId="0" sldId="262"/>
            <ac:spMk id="2" creationId="{00000000-0000-0000-0000-000000000000}"/>
          </ac:spMkLst>
        </pc:spChg>
        <pc:spChg chg="mod">
          <ac:chgData name="funsho igbasan" userId="d209f1c09cf77b73" providerId="LiveId" clId="{2D0DCEB4-97B8-45F2-857A-59AEFA6FBCDF}" dt="2026-10-03T16:55:54.687" v="340" actId="14100"/>
          <ac:spMkLst>
            <pc:docMk/>
            <pc:sldMk cId="0" sldId="262"/>
            <ac:spMk id="3" creationId="{00000000-0000-0000-0000-000000000000}"/>
          </ac:spMkLst>
        </pc:spChg>
        <pc:picChg chg="del">
          <ac:chgData name="funsho igbasan" userId="d209f1c09cf77b73" providerId="LiveId" clId="{2D0DCEB4-97B8-45F2-857A-59AEFA6FBCDF}" dt="2026-10-03T16:53:54.891" v="308" actId="478"/>
          <ac:picMkLst>
            <pc:docMk/>
            <pc:sldMk cId="0" sldId="262"/>
            <ac:picMk id="4" creationId="{00000000-0000-0000-0000-000000000000}"/>
          </ac:picMkLst>
        </pc:picChg>
        <pc:picChg chg="del mod">
          <ac:chgData name="funsho igbasan" userId="d209f1c09cf77b73" providerId="LiveId" clId="{2D0DCEB4-97B8-45F2-857A-59AEFA6FBCDF}" dt="2026-10-03T16:22:40.359" v="7" actId="478"/>
          <ac:picMkLst>
            <pc:docMk/>
            <pc:sldMk cId="0" sldId="262"/>
            <ac:picMk id="5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23:17.043" v="8" actId="1076"/>
          <ac:picMkLst>
            <pc:docMk/>
            <pc:sldMk cId="0" sldId="262"/>
            <ac:picMk id="6" creationId="{4E5A1F09-A1D2-4118-B716-5B489917BC7C}"/>
          </ac:picMkLst>
        </pc:picChg>
        <pc:picChg chg="add mod">
          <ac:chgData name="funsho igbasan" userId="d209f1c09cf77b73" providerId="LiveId" clId="{2D0DCEB4-97B8-45F2-857A-59AEFA6FBCDF}" dt="2026-10-03T16:54:09.337" v="313" actId="14100"/>
          <ac:picMkLst>
            <pc:docMk/>
            <pc:sldMk cId="0" sldId="262"/>
            <ac:picMk id="7" creationId="{E955922C-DDD4-4EAE-A63C-AA6C7C22CA3D}"/>
          </ac:picMkLst>
        </pc:picChg>
      </pc:sldChg>
      <pc:sldChg chg="addSp delSp modSp mod">
        <pc:chgData name="funsho igbasan" userId="d209f1c09cf77b73" providerId="LiveId" clId="{2D0DCEB4-97B8-45F2-857A-59AEFA6FBCDF}" dt="2026-10-03T16:24:32.572" v="16" actId="14100"/>
        <pc:sldMkLst>
          <pc:docMk/>
          <pc:sldMk cId="0" sldId="265"/>
        </pc:sldMkLst>
        <pc:picChg chg="del mod">
          <ac:chgData name="funsho igbasan" userId="d209f1c09cf77b73" providerId="LiveId" clId="{2D0DCEB4-97B8-45F2-857A-59AEFA6FBCDF}" dt="2026-10-03T16:24:20.006" v="12" actId="478"/>
          <ac:picMkLst>
            <pc:docMk/>
            <pc:sldMk cId="0" sldId="265"/>
            <ac:picMk id="4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24:32.572" v="16" actId="14100"/>
          <ac:picMkLst>
            <pc:docMk/>
            <pc:sldMk cId="0" sldId="265"/>
            <ac:picMk id="5" creationId="{5615E4C9-670A-4A8C-AA0F-97EA15D6D4AF}"/>
          </ac:picMkLst>
        </pc:picChg>
      </pc:sldChg>
      <pc:sldChg chg="addSp delSp modSp add del mod">
        <pc:chgData name="funsho igbasan" userId="d209f1c09cf77b73" providerId="LiveId" clId="{2D0DCEB4-97B8-45F2-857A-59AEFA6FBCDF}" dt="2026-10-03T16:25:19.562" v="25" actId="1076"/>
        <pc:sldMkLst>
          <pc:docMk/>
          <pc:sldMk cId="0" sldId="266"/>
        </pc:sldMkLst>
        <pc:picChg chg="del">
          <ac:chgData name="funsho igbasan" userId="d209f1c09cf77b73" providerId="LiveId" clId="{2D0DCEB4-97B8-45F2-857A-59AEFA6FBCDF}" dt="2026-10-03T16:25:06.759" v="20" actId="478"/>
          <ac:picMkLst>
            <pc:docMk/>
            <pc:sldMk cId="0" sldId="266"/>
            <ac:picMk id="3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25:19.562" v="25" actId="1076"/>
          <ac:picMkLst>
            <pc:docMk/>
            <pc:sldMk cId="0" sldId="266"/>
            <ac:picMk id="5" creationId="{BE1A1506-2CEA-4DFC-8856-18219A7F358A}"/>
          </ac:picMkLst>
        </pc:picChg>
      </pc:sldChg>
      <pc:sldChg chg="addSp modSp mod">
        <pc:chgData name="funsho igbasan" userId="d209f1c09cf77b73" providerId="LiveId" clId="{2D0DCEB4-97B8-45F2-857A-59AEFA6FBCDF}" dt="2026-10-03T16:31:02.410" v="102" actId="26606"/>
        <pc:sldMkLst>
          <pc:docMk/>
          <pc:sldMk cId="0" sldId="267"/>
        </pc:sldMkLst>
        <pc:spChg chg="mod">
          <ac:chgData name="funsho igbasan" userId="d209f1c09cf77b73" providerId="LiveId" clId="{2D0DCEB4-97B8-45F2-857A-59AEFA6FBCDF}" dt="2026-10-03T16:30:30.013" v="91" actId="255"/>
          <ac:spMkLst>
            <pc:docMk/>
            <pc:sldMk cId="0" sldId="267"/>
            <ac:spMk id="2" creationId="{00000000-0000-0000-0000-000000000000}"/>
          </ac:spMkLst>
        </pc:spChg>
        <pc:graphicFrameChg chg="add mod modGraphic">
          <ac:chgData name="funsho igbasan" userId="d209f1c09cf77b73" providerId="LiveId" clId="{2D0DCEB4-97B8-45F2-857A-59AEFA6FBCDF}" dt="2026-10-03T16:31:02.410" v="102" actId="26606"/>
          <ac:graphicFrameMkLst>
            <pc:docMk/>
            <pc:sldMk cId="0" sldId="267"/>
            <ac:graphicFrameMk id="4" creationId="{83268D7E-3C87-293C-C2FA-FDEC0DB7E7F5}"/>
          </ac:graphicFrameMkLst>
        </pc:graphicFrameChg>
        <pc:graphicFrameChg chg="mod">
          <ac:chgData name="funsho igbasan" userId="d209f1c09cf77b73" providerId="LiveId" clId="{2D0DCEB4-97B8-45F2-857A-59AEFA6FBCDF}" dt="2026-10-03T16:30:39.191" v="93" actId="14100"/>
          <ac:graphicFrameMkLst>
            <pc:docMk/>
            <pc:sldMk cId="0" sldId="267"/>
            <ac:graphicFrameMk id="5" creationId="{B3D80F5A-BA9D-D286-A2DA-17D04BAD786E}"/>
          </ac:graphicFrameMkLst>
        </pc:graphicFrameChg>
      </pc:sldChg>
      <pc:sldChg chg="addSp delSp modSp mod setBg">
        <pc:chgData name="funsho igbasan" userId="d209f1c09cf77b73" providerId="LiveId" clId="{2D0DCEB4-97B8-45F2-857A-59AEFA6FBCDF}" dt="2026-10-03T16:37:06.113" v="141" actId="26606"/>
        <pc:sldMkLst>
          <pc:docMk/>
          <pc:sldMk cId="0" sldId="268"/>
        </pc:sldMkLst>
        <pc:spChg chg="mod">
          <ac:chgData name="funsho igbasan" userId="d209f1c09cf77b73" providerId="LiveId" clId="{2D0DCEB4-97B8-45F2-857A-59AEFA6FBCDF}" dt="2026-10-03T16:37:06.113" v="141" actId="26606"/>
          <ac:spMkLst>
            <pc:docMk/>
            <pc:sldMk cId="0" sldId="268"/>
            <ac:spMk id="2" creationId="{00000000-0000-0000-0000-000000000000}"/>
          </ac:spMkLst>
        </pc:spChg>
        <pc:spChg chg="add">
          <ac:chgData name="funsho igbasan" userId="d209f1c09cf77b73" providerId="LiveId" clId="{2D0DCEB4-97B8-45F2-857A-59AEFA6FBCDF}" dt="2026-10-03T16:37:06.113" v="141" actId="26606"/>
          <ac:spMkLst>
            <pc:docMk/>
            <pc:sldMk cId="0" sldId="268"/>
            <ac:spMk id="8" creationId="{A8384FB5-9ADC-4DDC-881B-597D56F5B15D}"/>
          </ac:spMkLst>
        </pc:spChg>
        <pc:spChg chg="add">
          <ac:chgData name="funsho igbasan" userId="d209f1c09cf77b73" providerId="LiveId" clId="{2D0DCEB4-97B8-45F2-857A-59AEFA6FBCDF}" dt="2026-10-03T16:37:06.113" v="141" actId="26606"/>
          <ac:spMkLst>
            <pc:docMk/>
            <pc:sldMk cId="0" sldId="268"/>
            <ac:spMk id="10" creationId="{1199E1B1-A8C0-4FE8-A5A8-1CB41D69F857}"/>
          </ac:spMkLst>
        </pc:spChg>
        <pc:spChg chg="add">
          <ac:chgData name="funsho igbasan" userId="d209f1c09cf77b73" providerId="LiveId" clId="{2D0DCEB4-97B8-45F2-857A-59AEFA6FBCDF}" dt="2026-10-03T16:37:06.113" v="141" actId="26606"/>
          <ac:spMkLst>
            <pc:docMk/>
            <pc:sldMk cId="0" sldId="268"/>
            <ac:spMk id="12" creationId="{84A8DE83-DE75-4B41-9DB4-A7EC0B0DEC0B}"/>
          </ac:spMkLst>
        </pc:spChg>
        <pc:spChg chg="add">
          <ac:chgData name="funsho igbasan" userId="d209f1c09cf77b73" providerId="LiveId" clId="{2D0DCEB4-97B8-45F2-857A-59AEFA6FBCDF}" dt="2026-10-03T16:37:06.113" v="141" actId="26606"/>
          <ac:spMkLst>
            <pc:docMk/>
            <pc:sldMk cId="0" sldId="268"/>
            <ac:spMk id="14" creationId="{A7009A0A-BEF5-4EAC-AF15-E4F9F002E239}"/>
          </ac:spMkLst>
        </pc:spChg>
        <pc:graphicFrameChg chg="del">
          <ac:chgData name="funsho igbasan" userId="d209f1c09cf77b73" providerId="LiveId" clId="{2D0DCEB4-97B8-45F2-857A-59AEFA6FBCDF}" dt="2026-10-03T16:27:37.305" v="26" actId="21"/>
          <ac:graphicFrameMkLst>
            <pc:docMk/>
            <pc:sldMk cId="0" sldId="268"/>
            <ac:graphicFrameMk id="6" creationId="{16EB0C76-C2B6-80FD-AD2A-FA126047AC68}"/>
          </ac:graphicFrameMkLst>
        </pc:graphicFrameChg>
        <pc:picChg chg="add mod">
          <ac:chgData name="funsho igbasan" userId="d209f1c09cf77b73" providerId="LiveId" clId="{2D0DCEB4-97B8-45F2-857A-59AEFA6FBCDF}" dt="2026-10-03T16:37:06.113" v="141" actId="26606"/>
          <ac:picMkLst>
            <pc:docMk/>
            <pc:sldMk cId="0" sldId="268"/>
            <ac:picMk id="3" creationId="{BED0EE3C-2F75-4454-9C01-DC64521FA02E}"/>
          </ac:picMkLst>
        </pc:picChg>
        <pc:picChg chg="del">
          <ac:chgData name="funsho igbasan" userId="d209f1c09cf77b73" providerId="LiveId" clId="{2D0DCEB4-97B8-45F2-857A-59AEFA6FBCDF}" dt="2026-10-03T16:35:30.844" v="121" actId="478"/>
          <ac:picMkLst>
            <pc:docMk/>
            <pc:sldMk cId="0" sldId="268"/>
            <ac:picMk id="4" creationId="{00000000-0000-0000-0000-000000000000}"/>
          </ac:picMkLst>
        </pc:picChg>
      </pc:sldChg>
      <pc:sldChg chg="addSp delSp modSp mod">
        <pc:chgData name="funsho igbasan" userId="d209f1c09cf77b73" providerId="LiveId" clId="{2D0DCEB4-97B8-45F2-857A-59AEFA6FBCDF}" dt="2026-10-03T16:38:01.328" v="159" actId="26606"/>
        <pc:sldMkLst>
          <pc:docMk/>
          <pc:sldMk cId="0" sldId="269"/>
        </pc:sldMkLst>
        <pc:spChg chg="mod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2" creationId="{00000000-0000-0000-0000-000000000000}"/>
          </ac:spMkLst>
        </pc:spChg>
        <pc:spChg chg="mod ord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3" creationId="{00000000-0000-0000-0000-000000000000}"/>
          </ac:spMkLst>
        </pc:spChg>
        <pc:spChg chg="add del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29" creationId="{8B3A2D1A-45FC-4F95-B150-1C13EF2F6D09}"/>
          </ac:spMkLst>
        </pc:spChg>
        <pc:spChg chg="add del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31" creationId="{39C3C864-C625-4883-B868-9A4C470F4DD5}"/>
          </ac:spMkLst>
        </pc:spChg>
        <pc:spChg chg="add del">
          <ac:chgData name="funsho igbasan" userId="d209f1c09cf77b73" providerId="LiveId" clId="{2D0DCEB4-97B8-45F2-857A-59AEFA6FBCDF}" dt="2026-10-03T16:37:46.826" v="146" actId="26606"/>
          <ac:spMkLst>
            <pc:docMk/>
            <pc:sldMk cId="0" sldId="269"/>
            <ac:spMk id="36" creationId="{305265DC-CF6B-4AE8-B3F3-2A7A16374D31}"/>
          </ac:spMkLst>
        </pc:spChg>
        <pc:spChg chg="add del">
          <ac:chgData name="funsho igbasan" userId="d209f1c09cf77b73" providerId="LiveId" clId="{2D0DCEB4-97B8-45F2-857A-59AEFA6FBCDF}" dt="2026-10-03T16:37:50.384" v="148" actId="26606"/>
          <ac:spMkLst>
            <pc:docMk/>
            <pc:sldMk cId="0" sldId="269"/>
            <ac:spMk id="47" creationId="{D7A453D2-15D8-4403-815F-291FA16340D9}"/>
          </ac:spMkLst>
        </pc:spChg>
        <pc:spChg chg="add del">
          <ac:chgData name="funsho igbasan" userId="d209f1c09cf77b73" providerId="LiveId" clId="{2D0DCEB4-97B8-45F2-857A-59AEFA6FBCDF}" dt="2026-10-03T16:37:50.384" v="148" actId="26606"/>
          <ac:spMkLst>
            <pc:docMk/>
            <pc:sldMk cId="0" sldId="269"/>
            <ac:spMk id="48" creationId="{B8114C98-A349-4111-A123-E8EAB86ABE30}"/>
          </ac:spMkLst>
        </pc:spChg>
        <pc:spChg chg="add del">
          <ac:chgData name="funsho igbasan" userId="d209f1c09cf77b73" providerId="LiveId" clId="{2D0DCEB4-97B8-45F2-857A-59AEFA6FBCDF}" dt="2026-10-03T16:37:50.384" v="148" actId="26606"/>
          <ac:spMkLst>
            <pc:docMk/>
            <pc:sldMk cId="0" sldId="269"/>
            <ac:spMk id="49" creationId="{8161EA6B-09CA-445B-AB0D-8DF76FA92DEF}"/>
          </ac:spMkLst>
        </pc:spChg>
        <pc:spChg chg="add del">
          <ac:chgData name="funsho igbasan" userId="d209f1c09cf77b73" providerId="LiveId" clId="{2D0DCEB4-97B8-45F2-857A-59AEFA6FBCDF}" dt="2026-10-03T16:37:50.384" v="148" actId="26606"/>
          <ac:spMkLst>
            <pc:docMk/>
            <pc:sldMk cId="0" sldId="269"/>
            <ac:spMk id="62" creationId="{E2D3D3F2-ABBB-4453-B1C5-1BEBF7E4DD56}"/>
          </ac:spMkLst>
        </pc:spChg>
        <pc:spChg chg="add del">
          <ac:chgData name="funsho igbasan" userId="d209f1c09cf77b73" providerId="LiveId" clId="{2D0DCEB4-97B8-45F2-857A-59AEFA6FBCDF}" dt="2026-10-03T16:37:52.310" v="150" actId="26606"/>
          <ac:spMkLst>
            <pc:docMk/>
            <pc:sldMk cId="0" sldId="269"/>
            <ac:spMk id="70" creationId="{305265DC-CF6B-4AE8-B3F3-2A7A16374D31}"/>
          </ac:spMkLst>
        </pc:spChg>
        <pc:spChg chg="add del">
          <ac:chgData name="funsho igbasan" userId="d209f1c09cf77b73" providerId="LiveId" clId="{2D0DCEB4-97B8-45F2-857A-59AEFA6FBCDF}" dt="2026-10-03T16:37:54.544" v="152" actId="26606"/>
          <ac:spMkLst>
            <pc:docMk/>
            <pc:sldMk cId="0" sldId="269"/>
            <ac:spMk id="73" creationId="{B1595A09-E336-4D1B-9B3A-06A2287A54E2}"/>
          </ac:spMkLst>
        </pc:spChg>
        <pc:spChg chg="add del">
          <ac:chgData name="funsho igbasan" userId="d209f1c09cf77b73" providerId="LiveId" clId="{2D0DCEB4-97B8-45F2-857A-59AEFA6FBCDF}" dt="2026-10-03T16:37:54.544" v="152" actId="26606"/>
          <ac:spMkLst>
            <pc:docMk/>
            <pc:sldMk cId="0" sldId="269"/>
            <ac:spMk id="74" creationId="{3540989C-C7B8-473B-BF87-6F2DA6A90006}"/>
          </ac:spMkLst>
        </pc:spChg>
        <pc:spChg chg="add del">
          <ac:chgData name="funsho igbasan" userId="d209f1c09cf77b73" providerId="LiveId" clId="{2D0DCEB4-97B8-45F2-857A-59AEFA6FBCDF}" dt="2026-10-03T16:37:57.209" v="154" actId="26606"/>
          <ac:spMkLst>
            <pc:docMk/>
            <pc:sldMk cId="0" sldId="269"/>
            <ac:spMk id="76" creationId="{D7A453D2-15D8-4403-815F-291FA16340D9}"/>
          </ac:spMkLst>
        </pc:spChg>
        <pc:spChg chg="add del">
          <ac:chgData name="funsho igbasan" userId="d209f1c09cf77b73" providerId="LiveId" clId="{2D0DCEB4-97B8-45F2-857A-59AEFA6FBCDF}" dt="2026-10-03T16:37:57.209" v="154" actId="26606"/>
          <ac:spMkLst>
            <pc:docMk/>
            <pc:sldMk cId="0" sldId="269"/>
            <ac:spMk id="77" creationId="{8161EA6B-09CA-445B-AB0D-8DF76FA92DEF}"/>
          </ac:spMkLst>
        </pc:spChg>
        <pc:spChg chg="add del">
          <ac:chgData name="funsho igbasan" userId="d209f1c09cf77b73" providerId="LiveId" clId="{2D0DCEB4-97B8-45F2-857A-59AEFA6FBCDF}" dt="2026-10-03T16:37:57.209" v="154" actId="26606"/>
          <ac:spMkLst>
            <pc:docMk/>
            <pc:sldMk cId="0" sldId="269"/>
            <ac:spMk id="78" creationId="{B8114C98-A349-4111-A123-E8EAB86ABE30}"/>
          </ac:spMkLst>
        </pc:spChg>
        <pc:spChg chg="add del">
          <ac:chgData name="funsho igbasan" userId="d209f1c09cf77b73" providerId="LiveId" clId="{2D0DCEB4-97B8-45F2-857A-59AEFA6FBCDF}" dt="2026-10-03T16:37:57.209" v="154" actId="26606"/>
          <ac:spMkLst>
            <pc:docMk/>
            <pc:sldMk cId="0" sldId="269"/>
            <ac:spMk id="81" creationId="{E2D3D3F2-ABBB-4453-B1C5-1BEBF7E4DD56}"/>
          </ac:spMkLst>
        </pc:spChg>
        <pc:spChg chg="add del">
          <ac:chgData name="funsho igbasan" userId="d209f1c09cf77b73" providerId="LiveId" clId="{2D0DCEB4-97B8-45F2-857A-59AEFA6FBCDF}" dt="2026-10-03T16:37:58.598" v="156" actId="26606"/>
          <ac:spMkLst>
            <pc:docMk/>
            <pc:sldMk cId="0" sldId="269"/>
            <ac:spMk id="84" creationId="{131BAD53-4E89-4F62-BBB7-26359763ED39}"/>
          </ac:spMkLst>
        </pc:spChg>
        <pc:spChg chg="add del">
          <ac:chgData name="funsho igbasan" userId="d209f1c09cf77b73" providerId="LiveId" clId="{2D0DCEB4-97B8-45F2-857A-59AEFA6FBCDF}" dt="2026-10-03T16:37:58.598" v="156" actId="26606"/>
          <ac:spMkLst>
            <pc:docMk/>
            <pc:sldMk cId="0" sldId="269"/>
            <ac:spMk id="85" creationId="{62756DA2-40EB-4C6F-B962-5822FFB54FB6}"/>
          </ac:spMkLst>
        </pc:spChg>
        <pc:spChg chg="add del">
          <ac:chgData name="funsho igbasan" userId="d209f1c09cf77b73" providerId="LiveId" clId="{2D0DCEB4-97B8-45F2-857A-59AEFA6FBCDF}" dt="2026-10-03T16:38:01.328" v="158" actId="26606"/>
          <ac:spMkLst>
            <pc:docMk/>
            <pc:sldMk cId="0" sldId="269"/>
            <ac:spMk id="87" creationId="{D7A453D2-15D8-4403-815F-291FA16340D9}"/>
          </ac:spMkLst>
        </pc:spChg>
        <pc:spChg chg="add del">
          <ac:chgData name="funsho igbasan" userId="d209f1c09cf77b73" providerId="LiveId" clId="{2D0DCEB4-97B8-45F2-857A-59AEFA6FBCDF}" dt="2026-10-03T16:38:01.328" v="158" actId="26606"/>
          <ac:spMkLst>
            <pc:docMk/>
            <pc:sldMk cId="0" sldId="269"/>
            <ac:spMk id="88" creationId="{8161EA6B-09CA-445B-AB0D-8DF76FA92DEF}"/>
          </ac:spMkLst>
        </pc:spChg>
        <pc:spChg chg="add del">
          <ac:chgData name="funsho igbasan" userId="d209f1c09cf77b73" providerId="LiveId" clId="{2D0DCEB4-97B8-45F2-857A-59AEFA6FBCDF}" dt="2026-10-03T16:38:01.328" v="158" actId="26606"/>
          <ac:spMkLst>
            <pc:docMk/>
            <pc:sldMk cId="0" sldId="269"/>
            <ac:spMk id="90" creationId="{B8114C98-A349-4111-A123-E8EAB86ABE30}"/>
          </ac:spMkLst>
        </pc:spChg>
        <pc:spChg chg="add del">
          <ac:chgData name="funsho igbasan" userId="d209f1c09cf77b73" providerId="LiveId" clId="{2D0DCEB4-97B8-45F2-857A-59AEFA6FBCDF}" dt="2026-10-03T16:38:01.328" v="158" actId="26606"/>
          <ac:spMkLst>
            <pc:docMk/>
            <pc:sldMk cId="0" sldId="269"/>
            <ac:spMk id="93" creationId="{E2D3D3F2-ABBB-4453-B1C5-1BEBF7E4DD56}"/>
          </ac:spMkLst>
        </pc:spChg>
        <pc:spChg chg="add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96" creationId="{D7A453D2-15D8-4403-815F-291FA16340D9}"/>
          </ac:spMkLst>
        </pc:spChg>
        <pc:spChg chg="add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97" creationId="{8161EA6B-09CA-445B-AB0D-8DF76FA92DEF}"/>
          </ac:spMkLst>
        </pc:spChg>
        <pc:spChg chg="add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105" creationId="{B8114C98-A349-4111-A123-E8EAB86ABE30}"/>
          </ac:spMkLst>
        </pc:spChg>
        <pc:spChg chg="add">
          <ac:chgData name="funsho igbasan" userId="d209f1c09cf77b73" providerId="LiveId" clId="{2D0DCEB4-97B8-45F2-857A-59AEFA6FBCDF}" dt="2026-10-03T16:38:01.328" v="159" actId="26606"/>
          <ac:spMkLst>
            <pc:docMk/>
            <pc:sldMk cId="0" sldId="269"/>
            <ac:spMk id="107" creationId="{E2D3D3F2-ABBB-4453-B1C5-1BEBF7E4DD56}"/>
          </ac:spMkLst>
        </pc:spChg>
        <pc:grpChg chg="add del">
          <ac:chgData name="funsho igbasan" userId="d209f1c09cf77b73" providerId="LiveId" clId="{2D0DCEB4-97B8-45F2-857A-59AEFA6FBCDF}" dt="2026-10-03T16:37:46.826" v="146" actId="26606"/>
          <ac:grpSpMkLst>
            <pc:docMk/>
            <pc:sldMk cId="0" sldId="269"/>
            <ac:grpSpMk id="38" creationId="{37EA779C-87BF-454F-919D-A3DA98FD8A79}"/>
          </ac:grpSpMkLst>
        </pc:grpChg>
        <pc:grpChg chg="add">
          <ac:chgData name="funsho igbasan" userId="d209f1c09cf77b73" providerId="LiveId" clId="{2D0DCEB4-97B8-45F2-857A-59AEFA6FBCDF}" dt="2026-10-03T16:37:54.544" v="153" actId="26606"/>
          <ac:grpSpMkLst>
            <pc:docMk/>
            <pc:sldMk cId="0" sldId="269"/>
            <ac:grpSpMk id="40" creationId="{1EA1DAFF-CECA-492F-BFA1-22C64956B8D9}"/>
          </ac:grpSpMkLst>
        </pc:grpChg>
        <pc:grpChg chg="add del">
          <ac:chgData name="funsho igbasan" userId="d209f1c09cf77b73" providerId="LiveId" clId="{2D0DCEB4-97B8-45F2-857A-59AEFA6FBCDF}" dt="2026-10-03T16:37:50.384" v="148" actId="26606"/>
          <ac:grpSpMkLst>
            <pc:docMk/>
            <pc:sldMk cId="0" sldId="269"/>
            <ac:grpSpMk id="55" creationId="{1EA1DAFF-CECA-492F-BFA1-22C64956B8D9}"/>
          </ac:grpSpMkLst>
        </pc:grpChg>
        <pc:grpChg chg="add del">
          <ac:chgData name="funsho igbasan" userId="d209f1c09cf77b73" providerId="LiveId" clId="{2D0DCEB4-97B8-45F2-857A-59AEFA6FBCDF}" dt="2026-10-03T16:37:52.310" v="150" actId="26606"/>
          <ac:grpSpMkLst>
            <pc:docMk/>
            <pc:sldMk cId="0" sldId="269"/>
            <ac:grpSpMk id="71" creationId="{37EA779C-87BF-454F-919D-A3DA98FD8A79}"/>
          </ac:grpSpMkLst>
        </pc:grpChg>
        <pc:grpChg chg="del">
          <ac:chgData name="funsho igbasan" userId="d209f1c09cf77b73" providerId="LiveId" clId="{2D0DCEB4-97B8-45F2-857A-59AEFA6FBCDF}" dt="2026-10-03T16:37:57.209" v="154" actId="26606"/>
          <ac:grpSpMkLst>
            <pc:docMk/>
            <pc:sldMk cId="0" sldId="269"/>
            <ac:grpSpMk id="80" creationId="{AF19A774-30A5-488B-9BAF-629C6440294E}"/>
          </ac:grpSpMkLst>
        </pc:grpChg>
        <pc:grpChg chg="add del">
          <ac:chgData name="funsho igbasan" userId="d209f1c09cf77b73" providerId="LiveId" clId="{2D0DCEB4-97B8-45F2-857A-59AEFA6FBCDF}" dt="2026-10-03T16:38:01.328" v="158" actId="26606"/>
          <ac:grpSpMkLst>
            <pc:docMk/>
            <pc:sldMk cId="0" sldId="269"/>
            <ac:grpSpMk id="91" creationId="{670FB431-AE18-414D-92F4-1D12D1991152}"/>
          </ac:grpSpMkLst>
        </pc:grpChg>
        <pc:grpChg chg="add">
          <ac:chgData name="funsho igbasan" userId="d209f1c09cf77b73" providerId="LiveId" clId="{2D0DCEB4-97B8-45F2-857A-59AEFA6FBCDF}" dt="2026-10-03T16:38:01.328" v="159" actId="26606"/>
          <ac:grpSpMkLst>
            <pc:docMk/>
            <pc:sldMk cId="0" sldId="269"/>
            <ac:grpSpMk id="98" creationId="{74E65F23-789E-4CB9-B34F-46A85E25D667}"/>
          </ac:grpSpMkLst>
        </pc:grpChg>
        <pc:picChg chg="del">
          <ac:chgData name="funsho igbasan" userId="d209f1c09cf77b73" providerId="LiveId" clId="{2D0DCEB4-97B8-45F2-857A-59AEFA6FBCDF}" dt="2026-10-03T16:33:08.340" v="104" actId="478"/>
          <ac:picMkLst>
            <pc:docMk/>
            <pc:sldMk cId="0" sldId="269"/>
            <ac:picMk id="4" creationId="{00000000-0000-0000-0000-000000000000}"/>
          </ac:picMkLst>
        </pc:picChg>
        <pc:picChg chg="add mod ord">
          <ac:chgData name="funsho igbasan" userId="d209f1c09cf77b73" providerId="LiveId" clId="{2D0DCEB4-97B8-45F2-857A-59AEFA6FBCDF}" dt="2026-10-03T16:38:01.328" v="159" actId="26606"/>
          <ac:picMkLst>
            <pc:docMk/>
            <pc:sldMk cId="0" sldId="269"/>
            <ac:picMk id="5" creationId="{9AE5F954-F630-4097-AA28-49513B40E7B7}"/>
          </ac:picMkLst>
        </pc:picChg>
      </pc:sldChg>
      <pc:sldChg chg="addSp delSp modSp mod">
        <pc:chgData name="funsho igbasan" userId="d209f1c09cf77b73" providerId="LiveId" clId="{2D0DCEB4-97B8-45F2-857A-59AEFA6FBCDF}" dt="2026-10-03T16:40:01.273" v="177" actId="14100"/>
        <pc:sldMkLst>
          <pc:docMk/>
          <pc:sldMk cId="0" sldId="270"/>
        </pc:sldMkLst>
        <pc:spChg chg="mod">
          <ac:chgData name="funsho igbasan" userId="d209f1c09cf77b73" providerId="LiveId" clId="{2D0DCEB4-97B8-45F2-857A-59AEFA6FBCDF}" dt="2026-10-03T16:39:20.302" v="167" actId="255"/>
          <ac:spMkLst>
            <pc:docMk/>
            <pc:sldMk cId="0" sldId="270"/>
            <ac:spMk id="2" creationId="{00000000-0000-0000-0000-000000000000}"/>
          </ac:spMkLst>
        </pc:spChg>
        <pc:picChg chg="del">
          <ac:chgData name="funsho igbasan" userId="d209f1c09cf77b73" providerId="LiveId" clId="{2D0DCEB4-97B8-45F2-857A-59AEFA6FBCDF}" dt="2026-10-03T16:38:55.760" v="162" actId="478"/>
          <ac:picMkLst>
            <pc:docMk/>
            <pc:sldMk cId="0" sldId="270"/>
            <ac:picMk id="3" creationId="{00000000-0000-0000-0000-000000000000}"/>
          </ac:picMkLst>
        </pc:picChg>
        <pc:picChg chg="del">
          <ac:chgData name="funsho igbasan" userId="d209f1c09cf77b73" providerId="LiveId" clId="{2D0DCEB4-97B8-45F2-857A-59AEFA6FBCDF}" dt="2026-10-03T16:39:41.029" v="171" actId="478"/>
          <ac:picMkLst>
            <pc:docMk/>
            <pc:sldMk cId="0" sldId="270"/>
            <ac:picMk id="4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39:30.879" v="170" actId="14100"/>
          <ac:picMkLst>
            <pc:docMk/>
            <pc:sldMk cId="0" sldId="270"/>
            <ac:picMk id="5" creationId="{633C0BA0-C20A-42B8-8EAD-3BFF37F06C51}"/>
          </ac:picMkLst>
        </pc:picChg>
        <pc:picChg chg="add mod">
          <ac:chgData name="funsho igbasan" userId="d209f1c09cf77b73" providerId="LiveId" clId="{2D0DCEB4-97B8-45F2-857A-59AEFA6FBCDF}" dt="2026-10-03T16:40:01.273" v="177" actId="14100"/>
          <ac:picMkLst>
            <pc:docMk/>
            <pc:sldMk cId="0" sldId="270"/>
            <ac:picMk id="6" creationId="{45376D0C-A7AE-4D55-9B02-D9459C5233EA}"/>
          </ac:picMkLst>
        </pc:picChg>
      </pc:sldChg>
      <pc:sldChg chg="addSp delSp modSp mod setClrOvrMap">
        <pc:chgData name="funsho igbasan" userId="d209f1c09cf77b73" providerId="LiveId" clId="{2D0DCEB4-97B8-45F2-857A-59AEFA6FBCDF}" dt="2026-10-03T17:05:02.436" v="343" actId="20577"/>
        <pc:sldMkLst>
          <pc:docMk/>
          <pc:sldMk cId="0" sldId="271"/>
        </pc:sldMkLst>
        <pc:spChg chg="mod ord">
          <ac:chgData name="funsho igbasan" userId="d209f1c09cf77b73" providerId="LiveId" clId="{2D0DCEB4-97B8-45F2-857A-59AEFA6FBCDF}" dt="2026-10-03T16:41:52.975" v="196" actId="26606"/>
          <ac:spMkLst>
            <pc:docMk/>
            <pc:sldMk cId="0" sldId="271"/>
            <ac:spMk id="2" creationId="{00000000-0000-0000-0000-000000000000}"/>
          </ac:spMkLst>
        </pc:spChg>
        <pc:spChg chg="add del mod">
          <ac:chgData name="funsho igbasan" userId="d209f1c09cf77b73" providerId="LiveId" clId="{2D0DCEB4-97B8-45F2-857A-59AEFA6FBCDF}" dt="2026-10-03T16:41:52.975" v="196" actId="26606"/>
          <ac:spMkLst>
            <pc:docMk/>
            <pc:sldMk cId="0" sldId="271"/>
            <ac:spMk id="3" creationId="{00000000-0000-0000-0000-000000000000}"/>
          </ac:spMkLst>
        </pc:spChg>
        <pc:spChg chg="add del">
          <ac:chgData name="funsho igbasan" userId="d209f1c09cf77b73" providerId="LiveId" clId="{2D0DCEB4-97B8-45F2-857A-59AEFA6FBCDF}" dt="2026-10-03T16:41:48.812" v="191" actId="26606"/>
          <ac:spMkLst>
            <pc:docMk/>
            <pc:sldMk cId="0" sldId="271"/>
            <ac:spMk id="9" creationId="{C5E6CFF1-2F42-4E10-9A97-F116F46F53FE}"/>
          </ac:spMkLst>
        </pc:spChg>
        <pc:spChg chg="add del">
          <ac:chgData name="funsho igbasan" userId="d209f1c09cf77b73" providerId="LiveId" clId="{2D0DCEB4-97B8-45F2-857A-59AEFA6FBCDF}" dt="2026-10-03T16:41:42.002" v="187" actId="26606"/>
          <ac:spMkLst>
            <pc:docMk/>
            <pc:sldMk cId="0" sldId="271"/>
            <ac:spMk id="10" creationId="{D7A453D2-15D8-4403-815F-291FA16340D9}"/>
          </ac:spMkLst>
        </pc:spChg>
        <pc:spChg chg="add del">
          <ac:chgData name="funsho igbasan" userId="d209f1c09cf77b73" providerId="LiveId" clId="{2D0DCEB4-97B8-45F2-857A-59AEFA6FBCDF}" dt="2026-10-03T16:41:42.002" v="187" actId="26606"/>
          <ac:spMkLst>
            <pc:docMk/>
            <pc:sldMk cId="0" sldId="271"/>
            <ac:spMk id="12" creationId="{8161EA6B-09CA-445B-AB0D-8DF76FA92DEF}"/>
          </ac:spMkLst>
        </pc:spChg>
        <pc:spChg chg="add del">
          <ac:chgData name="funsho igbasan" userId="d209f1c09cf77b73" providerId="LiveId" clId="{2D0DCEB4-97B8-45F2-857A-59AEFA6FBCDF}" dt="2026-10-03T16:41:48.812" v="191" actId="26606"/>
          <ac:spMkLst>
            <pc:docMk/>
            <pc:sldMk cId="0" sldId="271"/>
            <ac:spMk id="13" creationId="{00000000-0000-0000-0000-000000000000}"/>
          </ac:spMkLst>
        </pc:spChg>
        <pc:spChg chg="add del">
          <ac:chgData name="funsho igbasan" userId="d209f1c09cf77b73" providerId="LiveId" clId="{2D0DCEB4-97B8-45F2-857A-59AEFA6FBCDF}" dt="2026-10-03T16:41:51.472" v="193" actId="26606"/>
          <ac:spMkLst>
            <pc:docMk/>
            <pc:sldMk cId="0" sldId="271"/>
            <ac:spMk id="15" creationId="{00000000-0000-0000-0000-000000000000}"/>
          </ac:spMkLst>
        </pc:spChg>
        <pc:spChg chg="add del">
          <ac:chgData name="funsho igbasan" userId="d209f1c09cf77b73" providerId="LiveId" clId="{2D0DCEB4-97B8-45F2-857A-59AEFA6FBCDF}" dt="2026-10-03T16:41:52.961" v="195" actId="26606"/>
          <ac:spMkLst>
            <pc:docMk/>
            <pc:sldMk cId="0" sldId="271"/>
            <ac:spMk id="20" creationId="{2B97F24A-32CE-4C1C-A50D-3016B394DCFB}"/>
          </ac:spMkLst>
        </pc:spChg>
        <pc:spChg chg="add del">
          <ac:chgData name="funsho igbasan" userId="d209f1c09cf77b73" providerId="LiveId" clId="{2D0DCEB4-97B8-45F2-857A-59AEFA6FBCDF}" dt="2026-10-03T16:41:52.961" v="195" actId="26606"/>
          <ac:spMkLst>
            <pc:docMk/>
            <pc:sldMk cId="0" sldId="271"/>
            <ac:spMk id="21" creationId="{CD8B4F24-440B-49E9-B85D-733523DC064B}"/>
          </ac:spMkLst>
        </pc:spChg>
        <pc:spChg chg="add del">
          <ac:chgData name="funsho igbasan" userId="d209f1c09cf77b73" providerId="LiveId" clId="{2D0DCEB4-97B8-45F2-857A-59AEFA6FBCDF}" dt="2026-10-03T16:41:42.002" v="187" actId="26606"/>
          <ac:spMkLst>
            <pc:docMk/>
            <pc:sldMk cId="0" sldId="271"/>
            <ac:spMk id="22" creationId="{B8114C98-A349-4111-A123-E8EAB86ABE30}"/>
          </ac:spMkLst>
        </pc:spChg>
        <pc:spChg chg="add del">
          <ac:chgData name="funsho igbasan" userId="d209f1c09cf77b73" providerId="LiveId" clId="{2D0DCEB4-97B8-45F2-857A-59AEFA6FBCDF}" dt="2026-10-03T16:41:52.961" v="195" actId="26606"/>
          <ac:spMkLst>
            <pc:docMk/>
            <pc:sldMk cId="0" sldId="271"/>
            <ac:spMk id="23" creationId="{00000000-0000-0000-0000-000000000000}"/>
          </ac:spMkLst>
        </pc:spChg>
        <pc:spChg chg="add">
          <ac:chgData name="funsho igbasan" userId="d209f1c09cf77b73" providerId="LiveId" clId="{2D0DCEB4-97B8-45F2-857A-59AEFA6FBCDF}" dt="2026-10-03T16:41:52.975" v="196" actId="26606"/>
          <ac:spMkLst>
            <pc:docMk/>
            <pc:sldMk cId="0" sldId="271"/>
            <ac:spMk id="29" creationId="{D7A453D2-15D8-4403-815F-291FA16340D9}"/>
          </ac:spMkLst>
        </pc:spChg>
        <pc:spChg chg="add del">
          <ac:chgData name="funsho igbasan" userId="d209f1c09cf77b73" providerId="LiveId" clId="{2D0DCEB4-97B8-45F2-857A-59AEFA6FBCDF}" dt="2026-10-03T16:41:42.002" v="187" actId="26606"/>
          <ac:spMkLst>
            <pc:docMk/>
            <pc:sldMk cId="0" sldId="271"/>
            <ac:spMk id="30" creationId="{E2D3D3F2-ABBB-4453-B1C5-1BEBF7E4DD56}"/>
          </ac:spMkLst>
        </pc:spChg>
        <pc:spChg chg="add">
          <ac:chgData name="funsho igbasan" userId="d209f1c09cf77b73" providerId="LiveId" clId="{2D0DCEB4-97B8-45F2-857A-59AEFA6FBCDF}" dt="2026-10-03T16:41:52.975" v="196" actId="26606"/>
          <ac:spMkLst>
            <pc:docMk/>
            <pc:sldMk cId="0" sldId="271"/>
            <ac:spMk id="35" creationId="{8161EA6B-09CA-445B-AB0D-8DF76FA92DEF}"/>
          </ac:spMkLst>
        </pc:spChg>
        <pc:spChg chg="add">
          <ac:chgData name="funsho igbasan" userId="d209f1c09cf77b73" providerId="LiveId" clId="{2D0DCEB4-97B8-45F2-857A-59AEFA6FBCDF}" dt="2026-10-03T16:41:52.975" v="196" actId="26606"/>
          <ac:spMkLst>
            <pc:docMk/>
            <pc:sldMk cId="0" sldId="271"/>
            <ac:spMk id="36" creationId="{E2D3D3F2-ABBB-4453-B1C5-1BEBF7E4DD56}"/>
          </ac:spMkLst>
        </pc:spChg>
        <pc:spChg chg="add">
          <ac:chgData name="funsho igbasan" userId="d209f1c09cf77b73" providerId="LiveId" clId="{2D0DCEB4-97B8-45F2-857A-59AEFA6FBCDF}" dt="2026-10-03T16:41:52.975" v="196" actId="26606"/>
          <ac:spMkLst>
            <pc:docMk/>
            <pc:sldMk cId="0" sldId="271"/>
            <ac:spMk id="46" creationId="{B8114C98-A349-4111-A123-E8EAB86ABE30}"/>
          </ac:spMkLst>
        </pc:spChg>
        <pc:spChg chg="add mod">
          <ac:chgData name="funsho igbasan" userId="d209f1c09cf77b73" providerId="LiveId" clId="{2D0DCEB4-97B8-45F2-857A-59AEFA6FBCDF}" dt="2026-10-03T17:05:02.436" v="343" actId="20577"/>
          <ac:spMkLst>
            <pc:docMk/>
            <pc:sldMk cId="0" sldId="271"/>
            <ac:spMk id="51" creationId="{00000000-0000-0000-0000-000000000000}"/>
          </ac:spMkLst>
        </pc:spChg>
        <pc:grpChg chg="add del">
          <ac:chgData name="funsho igbasan" userId="d209f1c09cf77b73" providerId="LiveId" clId="{2D0DCEB4-97B8-45F2-857A-59AEFA6FBCDF}" dt="2026-10-03T16:41:42.002" v="187" actId="26606"/>
          <ac:grpSpMkLst>
            <pc:docMk/>
            <pc:sldMk cId="0" sldId="271"/>
            <ac:grpSpMk id="14" creationId="{B352BBB9-69A8-405C-9209-A9FE217AEDC4}"/>
          </ac:grpSpMkLst>
        </pc:grpChg>
        <pc:grpChg chg="add del">
          <ac:chgData name="funsho igbasan" userId="d209f1c09cf77b73" providerId="LiveId" clId="{2D0DCEB4-97B8-45F2-857A-59AEFA6FBCDF}" dt="2026-10-03T16:41:51.472" v="193" actId="26606"/>
          <ac:grpSpMkLst>
            <pc:docMk/>
            <pc:sldMk cId="0" sldId="271"/>
            <ac:grpSpMk id="16" creationId="{31C49F18-8757-4E87-5C2E-9D6D7B82BA3B}"/>
          </ac:grpSpMkLst>
        </pc:grpChg>
        <pc:grpChg chg="add del">
          <ac:chgData name="funsho igbasan" userId="d209f1c09cf77b73" providerId="LiveId" clId="{2D0DCEB4-97B8-45F2-857A-59AEFA6FBCDF}" dt="2026-10-03T16:41:42.002" v="187" actId="26606"/>
          <ac:grpSpMkLst>
            <pc:docMk/>
            <pc:sldMk cId="0" sldId="271"/>
            <ac:grpSpMk id="24" creationId="{670FB431-AE18-414D-92F4-1D12D1991152}"/>
          </ac:grpSpMkLst>
        </pc:grpChg>
        <pc:grpChg chg="add del">
          <ac:chgData name="funsho igbasan" userId="d209f1c09cf77b73" providerId="LiveId" clId="{2D0DCEB4-97B8-45F2-857A-59AEFA6FBCDF}" dt="2026-10-03T16:41:42.002" v="187" actId="26606"/>
          <ac:grpSpMkLst>
            <pc:docMk/>
            <pc:sldMk cId="0" sldId="271"/>
            <ac:grpSpMk id="32" creationId="{8214E4A5-A0D2-42C4-8D14-D2A7E495F041}"/>
          </ac:grpSpMkLst>
        </pc:grpChg>
        <pc:grpChg chg="add">
          <ac:chgData name="funsho igbasan" userId="d209f1c09cf77b73" providerId="LiveId" clId="{2D0DCEB4-97B8-45F2-857A-59AEFA6FBCDF}" dt="2026-10-03T16:41:52.975" v="196" actId="26606"/>
          <ac:grpSpMkLst>
            <pc:docMk/>
            <pc:sldMk cId="0" sldId="271"/>
            <ac:grpSpMk id="48" creationId="{AF19A774-30A5-488B-9BAF-629C6440294E}"/>
          </ac:grpSpMkLst>
        </pc:grpChg>
        <pc:grpChg chg="add">
          <ac:chgData name="funsho igbasan" userId="d209f1c09cf77b73" providerId="LiveId" clId="{2D0DCEB4-97B8-45F2-857A-59AEFA6FBCDF}" dt="2026-10-03T16:41:52.975" v="196" actId="26606"/>
          <ac:grpSpMkLst>
            <pc:docMk/>
            <pc:sldMk cId="0" sldId="271"/>
            <ac:grpSpMk id="50" creationId="{8214E4A5-A0D2-42C4-8D14-D2A7E495F041}"/>
          </ac:grpSpMkLst>
        </pc:grpChg>
        <pc:graphicFrameChg chg="add del">
          <ac:chgData name="funsho igbasan" userId="d209f1c09cf77b73" providerId="LiveId" clId="{2D0DCEB4-97B8-45F2-857A-59AEFA6FBCDF}" dt="2026-10-03T16:41:46.311" v="189" actId="26606"/>
          <ac:graphicFrameMkLst>
            <pc:docMk/>
            <pc:sldMk cId="0" sldId="271"/>
            <ac:graphicFrameMk id="7" creationId="{2D86A7EE-721C-4333-117D-20D34BB842F2}"/>
          </ac:graphicFrameMkLst>
        </pc:graphicFrameChg>
        <pc:picChg chg="del">
          <ac:chgData name="funsho igbasan" userId="d209f1c09cf77b73" providerId="LiveId" clId="{2D0DCEB4-97B8-45F2-857A-59AEFA6FBCDF}" dt="2026-10-03T16:40:33.396" v="179" actId="478"/>
          <ac:picMkLst>
            <pc:docMk/>
            <pc:sldMk cId="0" sldId="271"/>
            <ac:picMk id="4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41:52.975" v="196" actId="26606"/>
          <ac:picMkLst>
            <pc:docMk/>
            <pc:sldMk cId="0" sldId="271"/>
            <ac:picMk id="5" creationId="{2A53C0CF-7453-49E2-89F5-A9EB23F58191}"/>
          </ac:picMkLst>
        </pc:picChg>
        <pc:cxnChg chg="add del">
          <ac:chgData name="funsho igbasan" userId="d209f1c09cf77b73" providerId="LiveId" clId="{2D0DCEB4-97B8-45F2-857A-59AEFA6FBCDF}" dt="2026-10-03T16:41:48.812" v="191" actId="26606"/>
          <ac:cxnSpMkLst>
            <pc:docMk/>
            <pc:sldMk cId="0" sldId="271"/>
            <ac:cxnSpMk id="11" creationId="{96A8629B-8289-498B-939B-1CA0C106182C}"/>
          </ac:cxnSpMkLst>
        </pc:cxnChg>
      </pc:sldChg>
      <pc:sldChg chg="addSp delSp modSp mod">
        <pc:chgData name="funsho igbasan" userId="d209f1c09cf77b73" providerId="LiveId" clId="{2D0DCEB4-97B8-45F2-857A-59AEFA6FBCDF}" dt="2026-10-03T16:42:48.992" v="204" actId="1076"/>
        <pc:sldMkLst>
          <pc:docMk/>
          <pc:sldMk cId="0" sldId="273"/>
        </pc:sldMkLst>
        <pc:picChg chg="del">
          <ac:chgData name="funsho igbasan" userId="d209f1c09cf77b73" providerId="LiveId" clId="{2D0DCEB4-97B8-45F2-857A-59AEFA6FBCDF}" dt="2026-10-03T16:42:30.939" v="198" actId="478"/>
          <ac:picMkLst>
            <pc:docMk/>
            <pc:sldMk cId="0" sldId="273"/>
            <ac:picMk id="4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42:48.992" v="204" actId="1076"/>
          <ac:picMkLst>
            <pc:docMk/>
            <pc:sldMk cId="0" sldId="273"/>
            <ac:picMk id="5" creationId="{6CEFBA4C-3821-4D41-9856-02F85709DB13}"/>
          </ac:picMkLst>
        </pc:picChg>
      </pc:sldChg>
      <pc:sldChg chg="addSp delSp modSp mod">
        <pc:chgData name="funsho igbasan" userId="d209f1c09cf77b73" providerId="LiveId" clId="{2D0DCEB4-97B8-45F2-857A-59AEFA6FBCDF}" dt="2026-10-03T16:43:39.886" v="210" actId="14100"/>
        <pc:sldMkLst>
          <pc:docMk/>
          <pc:sldMk cId="0" sldId="275"/>
        </pc:sldMkLst>
        <pc:picChg chg="del">
          <ac:chgData name="funsho igbasan" userId="d209f1c09cf77b73" providerId="LiveId" clId="{2D0DCEB4-97B8-45F2-857A-59AEFA6FBCDF}" dt="2026-10-03T16:43:25.487" v="206" actId="478"/>
          <ac:picMkLst>
            <pc:docMk/>
            <pc:sldMk cId="0" sldId="275"/>
            <ac:picMk id="4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43:39.886" v="210" actId="14100"/>
          <ac:picMkLst>
            <pc:docMk/>
            <pc:sldMk cId="0" sldId="275"/>
            <ac:picMk id="5" creationId="{72E6C372-3996-4D51-A392-794428764776}"/>
          </ac:picMkLst>
        </pc:picChg>
      </pc:sldChg>
      <pc:sldChg chg="addSp delSp modSp mod">
        <pc:chgData name="funsho igbasan" userId="d209f1c09cf77b73" providerId="LiveId" clId="{2D0DCEB4-97B8-45F2-857A-59AEFA6FBCDF}" dt="2026-10-03T16:44:08.752" v="216" actId="14100"/>
        <pc:sldMkLst>
          <pc:docMk/>
          <pc:sldMk cId="0" sldId="276"/>
        </pc:sldMkLst>
        <pc:picChg chg="del">
          <ac:chgData name="funsho igbasan" userId="d209f1c09cf77b73" providerId="LiveId" clId="{2D0DCEB4-97B8-45F2-857A-59AEFA6FBCDF}" dt="2026-10-03T16:43:59.383" v="212" actId="478"/>
          <ac:picMkLst>
            <pc:docMk/>
            <pc:sldMk cId="0" sldId="276"/>
            <ac:picMk id="4" creationId="{00000000-0000-0000-0000-000000000000}"/>
          </ac:picMkLst>
        </pc:picChg>
        <pc:picChg chg="add mod">
          <ac:chgData name="funsho igbasan" userId="d209f1c09cf77b73" providerId="LiveId" clId="{2D0DCEB4-97B8-45F2-857A-59AEFA6FBCDF}" dt="2026-10-03T16:44:08.752" v="216" actId="14100"/>
          <ac:picMkLst>
            <pc:docMk/>
            <pc:sldMk cId="0" sldId="276"/>
            <ac:picMk id="5" creationId="{643C64A5-E291-4294-AEDE-ACD77D6E3E63}"/>
          </ac:picMkLst>
        </pc:picChg>
      </pc:sldChg>
      <pc:sldChg chg="delSp modSp add mod ord">
        <pc:chgData name="funsho igbasan" userId="d209f1c09cf77b73" providerId="LiveId" clId="{2D0DCEB4-97B8-45F2-857A-59AEFA6FBCDF}" dt="2026-10-03T16:28:59.469" v="33"/>
        <pc:sldMkLst>
          <pc:docMk/>
          <pc:sldMk cId="4132799750" sldId="279"/>
        </pc:sldMkLst>
        <pc:graphicFrameChg chg="del mod">
          <ac:chgData name="funsho igbasan" userId="d209f1c09cf77b73" providerId="LiveId" clId="{2D0DCEB4-97B8-45F2-857A-59AEFA6FBCDF}" dt="2026-10-03T16:28:22.963" v="31" actId="478"/>
          <ac:graphicFrameMkLst>
            <pc:docMk/>
            <pc:sldMk cId="4132799750" sldId="279"/>
            <ac:graphicFrameMk id="4" creationId="{FDD758E0-E264-6305-7A10-0E349CE3DD3E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svg"/><Relationship Id="rId1" Type="http://schemas.openxmlformats.org/officeDocument/2006/relationships/image" Target="../media/image14.sv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75A51C-4729-46AF-9E3E-B040AA1143B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5CCEDECA-69B9-435A-8309-C0AB777BE82F}">
      <dgm:prSet/>
      <dgm:spPr/>
      <dgm:t>
        <a:bodyPr/>
        <a:lstStyle/>
        <a:p>
          <a:r>
            <a:rPr lang="en-US" b="1"/>
            <a:t>1.  Create a new user account</a:t>
          </a:r>
          <a:br>
            <a:rPr lang="en-US" b="1"/>
          </a:br>
          <a:r>
            <a:rPr lang="en-US"/>
            <a:t>sudo useradd -m capstone_project &amp;&amp; sudo passwd -d capstone_project</a:t>
          </a:r>
        </a:p>
      </dgm:t>
    </dgm:pt>
    <dgm:pt modelId="{2A6CAED5-1FE4-4AEF-B8DF-A13AB5C8A156}" type="parTrans" cxnId="{0E76F56E-0AD2-4943-9C8D-813A5E2DDE94}">
      <dgm:prSet/>
      <dgm:spPr/>
      <dgm:t>
        <a:bodyPr/>
        <a:lstStyle/>
        <a:p>
          <a:endParaRPr lang="en-US"/>
        </a:p>
      </dgm:t>
    </dgm:pt>
    <dgm:pt modelId="{C5422CB3-8451-463D-8709-DD10C2C09887}" type="sibTrans" cxnId="{0E76F56E-0AD2-4943-9C8D-813A5E2DDE94}">
      <dgm:prSet phldrT="1" phldr="0"/>
      <dgm:spPr/>
      <dgm:t>
        <a:bodyPr/>
        <a:lstStyle/>
        <a:p>
          <a:endParaRPr lang="en-US"/>
        </a:p>
      </dgm:t>
    </dgm:pt>
    <dgm:pt modelId="{AEDB034D-2EDF-4EEE-B26E-4CCBEA4F6F4A}">
      <dgm:prSet/>
      <dgm:spPr/>
      <dgm:t>
        <a:bodyPr/>
        <a:lstStyle/>
        <a:p>
          <a:r>
            <a:rPr lang="en-US" b="1"/>
            <a:t>2.  Execute a privileged command</a:t>
          </a:r>
          <a:br>
            <a:rPr lang="en-US" b="1"/>
          </a:br>
          <a:r>
            <a:rPr lang="en-US"/>
            <a:t>sudo id</a:t>
          </a:r>
        </a:p>
      </dgm:t>
    </dgm:pt>
    <dgm:pt modelId="{79AEA6D8-7FB4-4BD5-A702-B04C7412C1BE}" type="parTrans" cxnId="{FF2B0C97-3825-4685-B55B-10A8F3387BEA}">
      <dgm:prSet/>
      <dgm:spPr/>
      <dgm:t>
        <a:bodyPr/>
        <a:lstStyle/>
        <a:p>
          <a:endParaRPr lang="en-US"/>
        </a:p>
      </dgm:t>
    </dgm:pt>
    <dgm:pt modelId="{06C3110A-7F5C-4F58-9130-BC8340E5507B}" type="sibTrans" cxnId="{FF2B0C97-3825-4685-B55B-10A8F3387BEA}">
      <dgm:prSet phldrT="2" phldr="0"/>
      <dgm:spPr/>
      <dgm:t>
        <a:bodyPr/>
        <a:lstStyle/>
        <a:p>
          <a:endParaRPr lang="en-US"/>
        </a:p>
      </dgm:t>
    </dgm:pt>
    <dgm:pt modelId="{AB645FA8-E423-482B-ABCC-50553A562675}">
      <dgm:prSet/>
      <dgm:spPr/>
      <dgm:t>
        <a:bodyPr/>
        <a:lstStyle/>
        <a:p>
          <a:r>
            <a:rPr lang="en-US" b="1"/>
            <a:t>3.  Modify the /etc/hosts file</a:t>
          </a:r>
          <a:br>
            <a:rPr lang="en-US" b="1"/>
          </a:br>
          <a:r>
            <a:rPr lang="en-US"/>
            <a:t>sudo sh -c 'echo "# SOC-LAB" &gt;&gt; /etc/hosts'</a:t>
          </a:r>
        </a:p>
      </dgm:t>
    </dgm:pt>
    <dgm:pt modelId="{502103B9-F97D-41A7-8537-EB0970CDDE3C}" type="parTrans" cxnId="{884192D3-7CD4-441F-89F6-C4828B9F04C6}">
      <dgm:prSet/>
      <dgm:spPr/>
      <dgm:t>
        <a:bodyPr/>
        <a:lstStyle/>
        <a:p>
          <a:endParaRPr lang="en-US"/>
        </a:p>
      </dgm:t>
    </dgm:pt>
    <dgm:pt modelId="{9BD78F4E-CDBB-4FC5-BBC3-DE88841D5ACC}" type="sibTrans" cxnId="{884192D3-7CD4-441F-89F6-C4828B9F04C6}">
      <dgm:prSet phldrT="3" phldr="0"/>
      <dgm:spPr/>
      <dgm:t>
        <a:bodyPr/>
        <a:lstStyle/>
        <a:p>
          <a:endParaRPr lang="en-US"/>
        </a:p>
      </dgm:t>
    </dgm:pt>
    <dgm:pt modelId="{C6B50199-1DA5-4AA5-87C7-211674AE3648}" type="pres">
      <dgm:prSet presAssocID="{0D75A51C-4729-46AF-9E3E-B040AA1143BB}" presName="root" presStyleCnt="0">
        <dgm:presLayoutVars>
          <dgm:dir/>
          <dgm:resizeHandles val="exact"/>
        </dgm:presLayoutVars>
      </dgm:prSet>
      <dgm:spPr/>
    </dgm:pt>
    <dgm:pt modelId="{D1C6B0CE-29B6-4108-A8D0-EA8C7DE165C5}" type="pres">
      <dgm:prSet presAssocID="{5CCEDECA-69B9-435A-8309-C0AB777BE82F}" presName="compNode" presStyleCnt="0"/>
      <dgm:spPr/>
    </dgm:pt>
    <dgm:pt modelId="{394DEFD4-4020-4686-8E64-D10B9553B32F}" type="pres">
      <dgm:prSet presAssocID="{5CCEDECA-69B9-435A-8309-C0AB777BE82F}" presName="bgRect" presStyleLbl="bgShp" presStyleIdx="0" presStyleCnt="3"/>
      <dgm:spPr/>
    </dgm:pt>
    <dgm:pt modelId="{82C46163-CBE7-4B71-9730-176DF4074E52}" type="pres">
      <dgm:prSet presAssocID="{5CCEDECA-69B9-435A-8309-C0AB777BE82F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avestone"/>
        </a:ext>
      </dgm:extLst>
    </dgm:pt>
    <dgm:pt modelId="{0DC480E1-D82B-4CA3-BD42-D9AB5CC6FD4F}" type="pres">
      <dgm:prSet presAssocID="{5CCEDECA-69B9-435A-8309-C0AB777BE82F}" presName="spaceRect" presStyleCnt="0"/>
      <dgm:spPr/>
    </dgm:pt>
    <dgm:pt modelId="{B079767E-42E2-4195-8A54-C05020B057CE}" type="pres">
      <dgm:prSet presAssocID="{5CCEDECA-69B9-435A-8309-C0AB777BE82F}" presName="parTx" presStyleLbl="revTx" presStyleIdx="0" presStyleCnt="3">
        <dgm:presLayoutVars>
          <dgm:chMax val="0"/>
          <dgm:chPref val="0"/>
        </dgm:presLayoutVars>
      </dgm:prSet>
      <dgm:spPr/>
    </dgm:pt>
    <dgm:pt modelId="{497F0F9C-E9A0-42CC-A5A7-6A680BECF478}" type="pres">
      <dgm:prSet presAssocID="{C5422CB3-8451-463D-8709-DD10C2C09887}" presName="sibTrans" presStyleCnt="0"/>
      <dgm:spPr/>
    </dgm:pt>
    <dgm:pt modelId="{4614D9DF-59A1-4847-AA37-65D28DA748EC}" type="pres">
      <dgm:prSet presAssocID="{AEDB034D-2EDF-4EEE-B26E-4CCBEA4F6F4A}" presName="compNode" presStyleCnt="0"/>
      <dgm:spPr/>
    </dgm:pt>
    <dgm:pt modelId="{C62E4D5F-7E44-4B0A-AC90-5096BB2328F7}" type="pres">
      <dgm:prSet presAssocID="{AEDB034D-2EDF-4EEE-B26E-4CCBEA4F6F4A}" presName="bgRect" presStyleLbl="bgShp" presStyleIdx="1" presStyleCnt="3"/>
      <dgm:spPr/>
    </dgm:pt>
    <dgm:pt modelId="{C213DAE8-3BF1-41BE-800E-AC6A050349EC}" type="pres">
      <dgm:prSet presAssocID="{AEDB034D-2EDF-4EEE-B26E-4CCBEA4F6F4A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mployee Badge"/>
        </a:ext>
      </dgm:extLst>
    </dgm:pt>
    <dgm:pt modelId="{4E63734C-699E-469E-B5D1-5C6397EEBC37}" type="pres">
      <dgm:prSet presAssocID="{AEDB034D-2EDF-4EEE-B26E-4CCBEA4F6F4A}" presName="spaceRect" presStyleCnt="0"/>
      <dgm:spPr/>
    </dgm:pt>
    <dgm:pt modelId="{888F1F5F-584F-4B82-89C2-5511162BAF56}" type="pres">
      <dgm:prSet presAssocID="{AEDB034D-2EDF-4EEE-B26E-4CCBEA4F6F4A}" presName="parTx" presStyleLbl="revTx" presStyleIdx="1" presStyleCnt="3">
        <dgm:presLayoutVars>
          <dgm:chMax val="0"/>
          <dgm:chPref val="0"/>
        </dgm:presLayoutVars>
      </dgm:prSet>
      <dgm:spPr/>
    </dgm:pt>
    <dgm:pt modelId="{FC0A1C52-8C55-4576-9566-D5B2D5E2D539}" type="pres">
      <dgm:prSet presAssocID="{06C3110A-7F5C-4F58-9130-BC8340E5507B}" presName="sibTrans" presStyleCnt="0"/>
      <dgm:spPr/>
    </dgm:pt>
    <dgm:pt modelId="{4C9C4EDE-6256-48A2-ACBB-F7CF9B2DC6E1}" type="pres">
      <dgm:prSet presAssocID="{AB645FA8-E423-482B-ABCC-50553A562675}" presName="compNode" presStyleCnt="0"/>
      <dgm:spPr/>
    </dgm:pt>
    <dgm:pt modelId="{1B251239-80D2-4590-9D5E-105DF6C0C266}" type="pres">
      <dgm:prSet presAssocID="{AB645FA8-E423-482B-ABCC-50553A562675}" presName="bgRect" presStyleLbl="bgShp" presStyleIdx="2" presStyleCnt="3"/>
      <dgm:spPr/>
    </dgm:pt>
    <dgm:pt modelId="{B0E4B902-6ED9-49AA-B7D7-C3777D817220}" type="pres">
      <dgm:prSet presAssocID="{AB645FA8-E423-482B-ABCC-50553A56267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are With Person"/>
        </a:ext>
      </dgm:extLst>
    </dgm:pt>
    <dgm:pt modelId="{063C9DE6-4198-4FA2-A73E-F5935F349A6B}" type="pres">
      <dgm:prSet presAssocID="{AB645FA8-E423-482B-ABCC-50553A562675}" presName="spaceRect" presStyleCnt="0"/>
      <dgm:spPr/>
    </dgm:pt>
    <dgm:pt modelId="{BC8BEE12-FFD3-4C7D-919E-419021E96028}" type="pres">
      <dgm:prSet presAssocID="{AB645FA8-E423-482B-ABCC-50553A56267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6C77F00D-2847-4A9D-839A-408DD3B04EDC}" type="presOf" srcId="{AB645FA8-E423-482B-ABCC-50553A562675}" destId="{BC8BEE12-FFD3-4C7D-919E-419021E96028}" srcOrd="0" destOrd="0" presId="urn:microsoft.com/office/officeart/2018/2/layout/IconVerticalSolidList"/>
    <dgm:cxn modelId="{0E76F56E-0AD2-4943-9C8D-813A5E2DDE94}" srcId="{0D75A51C-4729-46AF-9E3E-B040AA1143BB}" destId="{5CCEDECA-69B9-435A-8309-C0AB777BE82F}" srcOrd="0" destOrd="0" parTransId="{2A6CAED5-1FE4-4AEF-B8DF-A13AB5C8A156}" sibTransId="{C5422CB3-8451-463D-8709-DD10C2C09887}"/>
    <dgm:cxn modelId="{FF2B0C97-3825-4685-B55B-10A8F3387BEA}" srcId="{0D75A51C-4729-46AF-9E3E-B040AA1143BB}" destId="{AEDB034D-2EDF-4EEE-B26E-4CCBEA4F6F4A}" srcOrd="1" destOrd="0" parTransId="{79AEA6D8-7FB4-4BD5-A702-B04C7412C1BE}" sibTransId="{06C3110A-7F5C-4F58-9130-BC8340E5507B}"/>
    <dgm:cxn modelId="{0EBB3AB1-C38F-468E-98B1-8A5C2ECB2487}" type="presOf" srcId="{5CCEDECA-69B9-435A-8309-C0AB777BE82F}" destId="{B079767E-42E2-4195-8A54-C05020B057CE}" srcOrd="0" destOrd="0" presId="urn:microsoft.com/office/officeart/2018/2/layout/IconVerticalSolidList"/>
    <dgm:cxn modelId="{884192D3-7CD4-441F-89F6-C4828B9F04C6}" srcId="{0D75A51C-4729-46AF-9E3E-B040AA1143BB}" destId="{AB645FA8-E423-482B-ABCC-50553A562675}" srcOrd="2" destOrd="0" parTransId="{502103B9-F97D-41A7-8537-EB0970CDDE3C}" sibTransId="{9BD78F4E-CDBB-4FC5-BBC3-DE88841D5ACC}"/>
    <dgm:cxn modelId="{AF7D09E4-9D77-4B24-85B0-7C2537DC69B0}" type="presOf" srcId="{0D75A51C-4729-46AF-9E3E-B040AA1143BB}" destId="{C6B50199-1DA5-4AA5-87C7-211674AE3648}" srcOrd="0" destOrd="0" presId="urn:microsoft.com/office/officeart/2018/2/layout/IconVerticalSolidList"/>
    <dgm:cxn modelId="{4F0B65F6-1851-4F93-8AB2-A797A25F7BC9}" type="presOf" srcId="{AEDB034D-2EDF-4EEE-B26E-4CCBEA4F6F4A}" destId="{888F1F5F-584F-4B82-89C2-5511162BAF56}" srcOrd="0" destOrd="0" presId="urn:microsoft.com/office/officeart/2018/2/layout/IconVerticalSolidList"/>
    <dgm:cxn modelId="{914C5F4C-E8CD-4CDE-8A57-AF57618B1B7B}" type="presParOf" srcId="{C6B50199-1DA5-4AA5-87C7-211674AE3648}" destId="{D1C6B0CE-29B6-4108-A8D0-EA8C7DE165C5}" srcOrd="0" destOrd="0" presId="urn:microsoft.com/office/officeart/2018/2/layout/IconVerticalSolidList"/>
    <dgm:cxn modelId="{340235E5-6B5B-4356-AC94-8D0C3B86ABE5}" type="presParOf" srcId="{D1C6B0CE-29B6-4108-A8D0-EA8C7DE165C5}" destId="{394DEFD4-4020-4686-8E64-D10B9553B32F}" srcOrd="0" destOrd="0" presId="urn:microsoft.com/office/officeart/2018/2/layout/IconVerticalSolidList"/>
    <dgm:cxn modelId="{F653F92D-A75A-4E4C-A798-79B897EA8954}" type="presParOf" srcId="{D1C6B0CE-29B6-4108-A8D0-EA8C7DE165C5}" destId="{82C46163-CBE7-4B71-9730-176DF4074E52}" srcOrd="1" destOrd="0" presId="urn:microsoft.com/office/officeart/2018/2/layout/IconVerticalSolidList"/>
    <dgm:cxn modelId="{7A36291A-5939-4146-B9FB-D2ED8BB67FF0}" type="presParOf" srcId="{D1C6B0CE-29B6-4108-A8D0-EA8C7DE165C5}" destId="{0DC480E1-D82B-4CA3-BD42-D9AB5CC6FD4F}" srcOrd="2" destOrd="0" presId="urn:microsoft.com/office/officeart/2018/2/layout/IconVerticalSolidList"/>
    <dgm:cxn modelId="{2014E6AC-52BC-46AC-919E-3A927751E286}" type="presParOf" srcId="{D1C6B0CE-29B6-4108-A8D0-EA8C7DE165C5}" destId="{B079767E-42E2-4195-8A54-C05020B057CE}" srcOrd="3" destOrd="0" presId="urn:microsoft.com/office/officeart/2018/2/layout/IconVerticalSolidList"/>
    <dgm:cxn modelId="{B08D7B6F-B91E-4DEE-8EC6-EBD582D8CFC9}" type="presParOf" srcId="{C6B50199-1DA5-4AA5-87C7-211674AE3648}" destId="{497F0F9C-E9A0-42CC-A5A7-6A680BECF478}" srcOrd="1" destOrd="0" presId="urn:microsoft.com/office/officeart/2018/2/layout/IconVerticalSolidList"/>
    <dgm:cxn modelId="{0C6FCC95-A639-423E-94A8-FCE2447C10DF}" type="presParOf" srcId="{C6B50199-1DA5-4AA5-87C7-211674AE3648}" destId="{4614D9DF-59A1-4847-AA37-65D28DA748EC}" srcOrd="2" destOrd="0" presId="urn:microsoft.com/office/officeart/2018/2/layout/IconVerticalSolidList"/>
    <dgm:cxn modelId="{A974C4D8-5662-4FF3-8AF5-A1C185B0D3C9}" type="presParOf" srcId="{4614D9DF-59A1-4847-AA37-65D28DA748EC}" destId="{C62E4D5F-7E44-4B0A-AC90-5096BB2328F7}" srcOrd="0" destOrd="0" presId="urn:microsoft.com/office/officeart/2018/2/layout/IconVerticalSolidList"/>
    <dgm:cxn modelId="{0EC189AA-FB2A-4E9F-8B03-45312518D1FA}" type="presParOf" srcId="{4614D9DF-59A1-4847-AA37-65D28DA748EC}" destId="{C213DAE8-3BF1-41BE-800E-AC6A050349EC}" srcOrd="1" destOrd="0" presId="urn:microsoft.com/office/officeart/2018/2/layout/IconVerticalSolidList"/>
    <dgm:cxn modelId="{81535E62-EF41-41D8-8846-DCC607E39BAC}" type="presParOf" srcId="{4614D9DF-59A1-4847-AA37-65D28DA748EC}" destId="{4E63734C-699E-469E-B5D1-5C6397EEBC37}" srcOrd="2" destOrd="0" presId="urn:microsoft.com/office/officeart/2018/2/layout/IconVerticalSolidList"/>
    <dgm:cxn modelId="{DEF50BA0-CB35-45DB-A288-9478D3421279}" type="presParOf" srcId="{4614D9DF-59A1-4847-AA37-65D28DA748EC}" destId="{888F1F5F-584F-4B82-89C2-5511162BAF56}" srcOrd="3" destOrd="0" presId="urn:microsoft.com/office/officeart/2018/2/layout/IconVerticalSolidList"/>
    <dgm:cxn modelId="{E1630774-6410-4634-BAE8-354A4CFD3431}" type="presParOf" srcId="{C6B50199-1DA5-4AA5-87C7-211674AE3648}" destId="{FC0A1C52-8C55-4576-9566-D5B2D5E2D539}" srcOrd="3" destOrd="0" presId="urn:microsoft.com/office/officeart/2018/2/layout/IconVerticalSolidList"/>
    <dgm:cxn modelId="{D5C77B40-E2F3-4615-8A5B-533167579C46}" type="presParOf" srcId="{C6B50199-1DA5-4AA5-87C7-211674AE3648}" destId="{4C9C4EDE-6256-48A2-ACBB-F7CF9B2DC6E1}" srcOrd="4" destOrd="0" presId="urn:microsoft.com/office/officeart/2018/2/layout/IconVerticalSolidList"/>
    <dgm:cxn modelId="{F4ABE4F0-A638-4A0C-991C-98F4BBF1003E}" type="presParOf" srcId="{4C9C4EDE-6256-48A2-ACBB-F7CF9B2DC6E1}" destId="{1B251239-80D2-4590-9D5E-105DF6C0C266}" srcOrd="0" destOrd="0" presId="urn:microsoft.com/office/officeart/2018/2/layout/IconVerticalSolidList"/>
    <dgm:cxn modelId="{7492D1E9-C92F-4EB5-94DD-A31B7A466766}" type="presParOf" srcId="{4C9C4EDE-6256-48A2-ACBB-F7CF9B2DC6E1}" destId="{B0E4B902-6ED9-49AA-B7D7-C3777D817220}" srcOrd="1" destOrd="0" presId="urn:microsoft.com/office/officeart/2018/2/layout/IconVerticalSolidList"/>
    <dgm:cxn modelId="{85FCF565-D6C1-4B22-A74C-04D0AECE2017}" type="presParOf" srcId="{4C9C4EDE-6256-48A2-ACBB-F7CF9B2DC6E1}" destId="{063C9DE6-4198-4FA2-A73E-F5935F349A6B}" srcOrd="2" destOrd="0" presId="urn:microsoft.com/office/officeart/2018/2/layout/IconVerticalSolidList"/>
    <dgm:cxn modelId="{0B0A6F93-9D0B-4F87-B89B-C18BBBFF2378}" type="presParOf" srcId="{4C9C4EDE-6256-48A2-ACBB-F7CF9B2DC6E1}" destId="{BC8BEE12-FFD3-4C7D-919E-419021E9602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5AD9F8F-41C9-4837-9D3E-4BA76BACBA8E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277E705-BE79-463B-82ED-EF0D137CBB59}">
      <dgm:prSet/>
      <dgm:spPr/>
      <dgm:t>
        <a:bodyPr/>
        <a:lstStyle/>
        <a:p>
          <a:r>
            <a:rPr lang="en-US" b="1" dirty="0"/>
            <a:t>Activity</a:t>
          </a:r>
          <a:r>
            <a:rPr lang="en-US" b="0" dirty="0"/>
            <a:t>:   </a:t>
          </a:r>
          <a:r>
            <a:rPr lang="en-US" b="0" dirty="0" err="1"/>
            <a:t>sudo</a:t>
          </a:r>
          <a:r>
            <a:rPr lang="en-US" b="0" dirty="0"/>
            <a:t> </a:t>
          </a:r>
          <a:r>
            <a:rPr lang="en-US" b="0" dirty="0" err="1"/>
            <a:t>useradd</a:t>
          </a:r>
          <a:r>
            <a:rPr lang="en-US" b="0" dirty="0"/>
            <a:t> -m </a:t>
          </a:r>
          <a:r>
            <a:rPr lang="en-US" b="0" dirty="0" err="1"/>
            <a:t>capstone_project</a:t>
          </a:r>
          <a:r>
            <a:rPr lang="en-US" b="0" dirty="0"/>
            <a:t> &amp;&amp; </a:t>
          </a:r>
          <a:r>
            <a:rPr lang="en-US" b="0" dirty="0" err="1"/>
            <a:t>sudo</a:t>
          </a:r>
          <a:r>
            <a:rPr lang="en-US" b="0" dirty="0"/>
            <a:t> passwd -d </a:t>
          </a:r>
          <a:r>
            <a:rPr lang="en-US" b="0" dirty="0" err="1"/>
            <a:t>capstone_project</a:t>
          </a:r>
          <a:endParaRPr lang="en-US" dirty="0"/>
        </a:p>
      </dgm:t>
    </dgm:pt>
    <dgm:pt modelId="{842DAF77-B9CB-48E5-8D21-3E7AC9DE05C6}" type="parTrans" cxnId="{C94557E3-BD09-43BF-BD24-63C4E7983E66}">
      <dgm:prSet/>
      <dgm:spPr/>
      <dgm:t>
        <a:bodyPr/>
        <a:lstStyle/>
        <a:p>
          <a:endParaRPr lang="en-US"/>
        </a:p>
      </dgm:t>
    </dgm:pt>
    <dgm:pt modelId="{57F7487C-C15A-4CCE-B6D0-63A8575BE8CE}" type="sibTrans" cxnId="{C94557E3-BD09-43BF-BD24-63C4E7983E66}">
      <dgm:prSet/>
      <dgm:spPr/>
      <dgm:t>
        <a:bodyPr/>
        <a:lstStyle/>
        <a:p>
          <a:endParaRPr lang="en-US"/>
        </a:p>
      </dgm:t>
    </dgm:pt>
    <dgm:pt modelId="{742F812E-A936-4262-9D0C-365DBDE6A2FA}" type="pres">
      <dgm:prSet presAssocID="{35AD9F8F-41C9-4837-9D3E-4BA76BACBA8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2B9479BF-FFBA-49EF-982C-350B1800A874}" type="pres">
      <dgm:prSet presAssocID="{5277E705-BE79-463B-82ED-EF0D137CBB59}" presName="hierRoot1" presStyleCnt="0"/>
      <dgm:spPr/>
    </dgm:pt>
    <dgm:pt modelId="{4CAF0741-6BEA-44A1-A4CA-4A393B1BE29A}" type="pres">
      <dgm:prSet presAssocID="{5277E705-BE79-463B-82ED-EF0D137CBB59}" presName="composite" presStyleCnt="0"/>
      <dgm:spPr/>
    </dgm:pt>
    <dgm:pt modelId="{B6180FBE-35FF-4187-AA44-6F5EE5A561E5}" type="pres">
      <dgm:prSet presAssocID="{5277E705-BE79-463B-82ED-EF0D137CBB59}" presName="background" presStyleLbl="node0" presStyleIdx="0" presStyleCnt="1"/>
      <dgm:spPr/>
    </dgm:pt>
    <dgm:pt modelId="{48D9CF2A-8E13-444C-A76A-B29698D06871}" type="pres">
      <dgm:prSet presAssocID="{5277E705-BE79-463B-82ED-EF0D137CBB59}" presName="text" presStyleLbl="fgAcc0" presStyleIdx="0" presStyleCnt="1">
        <dgm:presLayoutVars>
          <dgm:chPref val="3"/>
        </dgm:presLayoutVars>
      </dgm:prSet>
      <dgm:spPr/>
    </dgm:pt>
    <dgm:pt modelId="{A98E528E-519C-4992-A500-77EA9F8CF656}" type="pres">
      <dgm:prSet presAssocID="{5277E705-BE79-463B-82ED-EF0D137CBB59}" presName="hierChild2" presStyleCnt="0"/>
      <dgm:spPr/>
    </dgm:pt>
  </dgm:ptLst>
  <dgm:cxnLst>
    <dgm:cxn modelId="{EDB75129-6322-44C1-B37F-E9674FF01C3E}" type="presOf" srcId="{5277E705-BE79-463B-82ED-EF0D137CBB59}" destId="{48D9CF2A-8E13-444C-A76A-B29698D06871}" srcOrd="0" destOrd="0" presId="urn:microsoft.com/office/officeart/2005/8/layout/hierarchy1"/>
    <dgm:cxn modelId="{BC496A47-0B91-403F-8F67-3617FDF5B1A6}" type="presOf" srcId="{35AD9F8F-41C9-4837-9D3E-4BA76BACBA8E}" destId="{742F812E-A936-4262-9D0C-365DBDE6A2FA}" srcOrd="0" destOrd="0" presId="urn:microsoft.com/office/officeart/2005/8/layout/hierarchy1"/>
    <dgm:cxn modelId="{C94557E3-BD09-43BF-BD24-63C4E7983E66}" srcId="{35AD9F8F-41C9-4837-9D3E-4BA76BACBA8E}" destId="{5277E705-BE79-463B-82ED-EF0D137CBB59}" srcOrd="0" destOrd="0" parTransId="{842DAF77-B9CB-48E5-8D21-3E7AC9DE05C6}" sibTransId="{57F7487C-C15A-4CCE-B6D0-63A8575BE8CE}"/>
    <dgm:cxn modelId="{5B4073DB-46B6-4DEF-BF94-9368FB9EACA7}" type="presParOf" srcId="{742F812E-A936-4262-9D0C-365DBDE6A2FA}" destId="{2B9479BF-FFBA-49EF-982C-350B1800A874}" srcOrd="0" destOrd="0" presId="urn:microsoft.com/office/officeart/2005/8/layout/hierarchy1"/>
    <dgm:cxn modelId="{59766D22-998D-4752-9763-C893E166CE48}" type="presParOf" srcId="{2B9479BF-FFBA-49EF-982C-350B1800A874}" destId="{4CAF0741-6BEA-44A1-A4CA-4A393B1BE29A}" srcOrd="0" destOrd="0" presId="urn:microsoft.com/office/officeart/2005/8/layout/hierarchy1"/>
    <dgm:cxn modelId="{8C20463A-684A-4D0F-8F6F-BF5E90BD74E3}" type="presParOf" srcId="{4CAF0741-6BEA-44A1-A4CA-4A393B1BE29A}" destId="{B6180FBE-35FF-4187-AA44-6F5EE5A561E5}" srcOrd="0" destOrd="0" presId="urn:microsoft.com/office/officeart/2005/8/layout/hierarchy1"/>
    <dgm:cxn modelId="{EB614158-DF3C-4543-A0D1-C7CFFE2F6A1F}" type="presParOf" srcId="{4CAF0741-6BEA-44A1-A4CA-4A393B1BE29A}" destId="{48D9CF2A-8E13-444C-A76A-B29698D06871}" srcOrd="1" destOrd="0" presId="urn:microsoft.com/office/officeart/2005/8/layout/hierarchy1"/>
    <dgm:cxn modelId="{2E76917A-9F33-4E23-9AE5-4C260EB2B04F}" type="presParOf" srcId="{2B9479BF-FFBA-49EF-982C-350B1800A874}" destId="{A98E528E-519C-4992-A500-77EA9F8CF65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2C13834-BC9E-4A72-96A8-0F148297B9C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26922690-29B5-4D4F-A39A-93A91FA6143D}">
      <dgm:prSet/>
      <dgm:spPr/>
      <dgm:t>
        <a:bodyPr/>
        <a:lstStyle/>
        <a:p>
          <a:r>
            <a:rPr lang="en-US" b="0"/>
            <a:t>Timestamp: Oct 1, 2026 @ 20:05:21.687</a:t>
          </a:r>
          <a:endParaRPr lang="en-US"/>
        </a:p>
      </dgm:t>
    </dgm:pt>
    <dgm:pt modelId="{7D7A2C3B-8D5C-4D00-BF2E-0E9891FB0E9D}" type="parTrans" cxnId="{3CF5B764-E2EB-417E-B77D-34784E4CBDED}">
      <dgm:prSet/>
      <dgm:spPr/>
      <dgm:t>
        <a:bodyPr/>
        <a:lstStyle/>
        <a:p>
          <a:endParaRPr lang="en-US"/>
        </a:p>
      </dgm:t>
    </dgm:pt>
    <dgm:pt modelId="{97EA17FD-0078-4CDA-B795-4C1E4263C430}" type="sibTrans" cxnId="{3CF5B764-E2EB-417E-B77D-34784E4CBDED}">
      <dgm:prSet/>
      <dgm:spPr/>
      <dgm:t>
        <a:bodyPr/>
        <a:lstStyle/>
        <a:p>
          <a:endParaRPr lang="en-US"/>
        </a:p>
      </dgm:t>
    </dgm:pt>
    <dgm:pt modelId="{FCC69352-66F0-489D-B78F-C650FCCEC0E1}">
      <dgm:prSet/>
      <dgm:spPr/>
      <dgm:t>
        <a:bodyPr/>
        <a:lstStyle/>
        <a:p>
          <a:r>
            <a:rPr lang="en-US" b="0"/>
            <a:t>Wazuh Rule ID:   5902</a:t>
          </a:r>
          <a:endParaRPr lang="en-US"/>
        </a:p>
      </dgm:t>
    </dgm:pt>
    <dgm:pt modelId="{172999E7-228C-42DE-9920-5ED165505E99}" type="parTrans" cxnId="{494E5F0A-FA4F-4B41-876E-4319E0F8A03C}">
      <dgm:prSet/>
      <dgm:spPr/>
      <dgm:t>
        <a:bodyPr/>
        <a:lstStyle/>
        <a:p>
          <a:endParaRPr lang="en-US"/>
        </a:p>
      </dgm:t>
    </dgm:pt>
    <dgm:pt modelId="{E3766383-C9E6-49C8-821C-2D27DFCA4407}" type="sibTrans" cxnId="{494E5F0A-FA4F-4B41-876E-4319E0F8A03C}">
      <dgm:prSet/>
      <dgm:spPr/>
      <dgm:t>
        <a:bodyPr/>
        <a:lstStyle/>
        <a:p>
          <a:endParaRPr lang="en-US"/>
        </a:p>
      </dgm:t>
    </dgm:pt>
    <dgm:pt modelId="{203A28C4-CA7B-44C6-B00F-ECB4BA4BA933}">
      <dgm:prSet/>
      <dgm:spPr/>
      <dgm:t>
        <a:bodyPr/>
        <a:lstStyle/>
        <a:p>
          <a:r>
            <a:rPr lang="en-US" b="0"/>
            <a:t>Wazuh rule description:  New user added to the system.</a:t>
          </a:r>
          <a:endParaRPr lang="en-US"/>
        </a:p>
      </dgm:t>
    </dgm:pt>
    <dgm:pt modelId="{5C1E963B-DC64-490C-942B-367A7430A08D}" type="parTrans" cxnId="{ECD0E95C-451F-481D-9527-C76EEF978529}">
      <dgm:prSet/>
      <dgm:spPr/>
      <dgm:t>
        <a:bodyPr/>
        <a:lstStyle/>
        <a:p>
          <a:endParaRPr lang="en-US"/>
        </a:p>
      </dgm:t>
    </dgm:pt>
    <dgm:pt modelId="{B1E18335-19A7-4225-A29E-87766A5E4C84}" type="sibTrans" cxnId="{ECD0E95C-451F-481D-9527-C76EEF978529}">
      <dgm:prSet/>
      <dgm:spPr/>
      <dgm:t>
        <a:bodyPr/>
        <a:lstStyle/>
        <a:p>
          <a:endParaRPr lang="en-US"/>
        </a:p>
      </dgm:t>
    </dgm:pt>
    <dgm:pt modelId="{57455359-87F2-4291-AE5D-69B0C9FC4251}">
      <dgm:prSet/>
      <dgm:spPr/>
      <dgm:t>
        <a:bodyPr/>
        <a:lstStyle/>
        <a:p>
          <a:r>
            <a:rPr lang="en-US" b="0"/>
            <a:t>Severity : 8</a:t>
          </a:r>
          <a:endParaRPr lang="en-US"/>
        </a:p>
      </dgm:t>
    </dgm:pt>
    <dgm:pt modelId="{A27081A0-7863-435D-BDD2-275F32189102}" type="parTrans" cxnId="{D4F29D09-5C90-48AE-A6E7-8F8A451A7251}">
      <dgm:prSet/>
      <dgm:spPr/>
      <dgm:t>
        <a:bodyPr/>
        <a:lstStyle/>
        <a:p>
          <a:endParaRPr lang="en-US"/>
        </a:p>
      </dgm:t>
    </dgm:pt>
    <dgm:pt modelId="{3B49B534-D314-4DBD-B770-2D9D86637C23}" type="sibTrans" cxnId="{D4F29D09-5C90-48AE-A6E7-8F8A451A7251}">
      <dgm:prSet/>
      <dgm:spPr/>
      <dgm:t>
        <a:bodyPr/>
        <a:lstStyle/>
        <a:p>
          <a:endParaRPr lang="en-US"/>
        </a:p>
      </dgm:t>
    </dgm:pt>
    <dgm:pt modelId="{03EE68B0-F8DE-4395-A9D6-D4FF37AC1F05}">
      <dgm:prSet/>
      <dgm:spPr/>
      <dgm:t>
        <a:bodyPr/>
        <a:lstStyle/>
        <a:p>
          <a:r>
            <a:rPr lang="en-US" b="0"/>
            <a:t>Agent:  Ubuntu</a:t>
          </a:r>
          <a:endParaRPr lang="en-US"/>
        </a:p>
      </dgm:t>
    </dgm:pt>
    <dgm:pt modelId="{D3EF79FB-A174-4F29-A85F-441693019C1F}" type="parTrans" cxnId="{E502AE34-EDBF-4516-9ACC-6C2DA4F2269B}">
      <dgm:prSet/>
      <dgm:spPr/>
      <dgm:t>
        <a:bodyPr/>
        <a:lstStyle/>
        <a:p>
          <a:endParaRPr lang="en-US"/>
        </a:p>
      </dgm:t>
    </dgm:pt>
    <dgm:pt modelId="{B3175647-6B05-47AD-81C1-B95B0BAB1578}" type="sibTrans" cxnId="{E502AE34-EDBF-4516-9ACC-6C2DA4F2269B}">
      <dgm:prSet/>
      <dgm:spPr/>
      <dgm:t>
        <a:bodyPr/>
        <a:lstStyle/>
        <a:p>
          <a:endParaRPr lang="en-US"/>
        </a:p>
      </dgm:t>
    </dgm:pt>
    <dgm:pt modelId="{6042203C-1CC3-4F89-A9BB-781B7A28ADC6}">
      <dgm:prSet/>
      <dgm:spPr/>
      <dgm:t>
        <a:bodyPr/>
        <a:lstStyle/>
        <a:p>
          <a:r>
            <a:rPr lang="en-US" b="0"/>
            <a:t>User: capstone_project</a:t>
          </a:r>
          <a:endParaRPr lang="en-US"/>
        </a:p>
      </dgm:t>
    </dgm:pt>
    <dgm:pt modelId="{8F3C126E-67B1-4A1F-B099-769660436294}" type="parTrans" cxnId="{9291A92A-8E44-4574-838F-BED582E41817}">
      <dgm:prSet/>
      <dgm:spPr/>
      <dgm:t>
        <a:bodyPr/>
        <a:lstStyle/>
        <a:p>
          <a:endParaRPr lang="en-US"/>
        </a:p>
      </dgm:t>
    </dgm:pt>
    <dgm:pt modelId="{7B91E9BC-E1D5-463D-9094-B0CF8506DA65}" type="sibTrans" cxnId="{9291A92A-8E44-4574-838F-BED582E41817}">
      <dgm:prSet/>
      <dgm:spPr/>
      <dgm:t>
        <a:bodyPr/>
        <a:lstStyle/>
        <a:p>
          <a:endParaRPr lang="en-US"/>
        </a:p>
      </dgm:t>
    </dgm:pt>
    <dgm:pt modelId="{8691438B-E0F8-4020-9FC5-4FB18CE57495}">
      <dgm:prSet/>
      <dgm:spPr/>
      <dgm:t>
        <a:bodyPr/>
        <a:lstStyle/>
        <a:p>
          <a:r>
            <a:rPr lang="en-US" b="0"/>
            <a:t>Command/Event:  New user account capstone_project added to the Ubuntu system</a:t>
          </a:r>
          <a:endParaRPr lang="en-US"/>
        </a:p>
      </dgm:t>
    </dgm:pt>
    <dgm:pt modelId="{3A40C2A1-4B57-4357-8F3B-62475EEEBD8D}" type="parTrans" cxnId="{74874EB2-A600-4CB3-8799-8D0825584CAE}">
      <dgm:prSet/>
      <dgm:spPr/>
      <dgm:t>
        <a:bodyPr/>
        <a:lstStyle/>
        <a:p>
          <a:endParaRPr lang="en-US"/>
        </a:p>
      </dgm:t>
    </dgm:pt>
    <dgm:pt modelId="{75053C0A-A269-4809-9FCB-B8139BF859B1}" type="sibTrans" cxnId="{74874EB2-A600-4CB3-8799-8D0825584CAE}">
      <dgm:prSet/>
      <dgm:spPr/>
      <dgm:t>
        <a:bodyPr/>
        <a:lstStyle/>
        <a:p>
          <a:endParaRPr lang="en-US"/>
        </a:p>
      </dgm:t>
    </dgm:pt>
    <dgm:pt modelId="{D98C7BD4-D82F-4B3B-83AC-D624946218BB}">
      <dgm:prSet/>
      <dgm:spPr/>
      <dgm:t>
        <a:bodyPr/>
        <a:lstStyle/>
        <a:p>
          <a:r>
            <a:rPr lang="en-US" b="0"/>
            <a:t>MITRE ATT&amp;CK:  T1136 Create Account</a:t>
          </a:r>
          <a:endParaRPr lang="en-US"/>
        </a:p>
      </dgm:t>
    </dgm:pt>
    <dgm:pt modelId="{A18E8729-B10F-4231-8E03-FEDF9505C401}" type="parTrans" cxnId="{6CD4232E-6BD2-44D8-822F-05CA633AC217}">
      <dgm:prSet/>
      <dgm:spPr/>
      <dgm:t>
        <a:bodyPr/>
        <a:lstStyle/>
        <a:p>
          <a:endParaRPr lang="en-US"/>
        </a:p>
      </dgm:t>
    </dgm:pt>
    <dgm:pt modelId="{213D9618-D7E6-421C-9D7D-0F7066EDAD7F}" type="sibTrans" cxnId="{6CD4232E-6BD2-44D8-822F-05CA633AC217}">
      <dgm:prSet/>
      <dgm:spPr/>
      <dgm:t>
        <a:bodyPr/>
        <a:lstStyle/>
        <a:p>
          <a:endParaRPr lang="en-US"/>
        </a:p>
      </dgm:t>
    </dgm:pt>
    <dgm:pt modelId="{D99E288D-1011-47BD-9A4D-12039A8A63D1}">
      <dgm:prSet/>
      <dgm:spPr/>
      <dgm:t>
        <a:bodyPr/>
        <a:lstStyle/>
        <a:p>
          <a:r>
            <a:rPr lang="en-US" b="0" dirty="0"/>
            <a:t>Finding : A new user account, </a:t>
          </a:r>
          <a:r>
            <a:rPr lang="en-US" b="0" dirty="0" err="1"/>
            <a:t>capstone_project</a:t>
          </a:r>
          <a:r>
            <a:rPr lang="en-US" b="0" dirty="0"/>
            <a:t>, was created on the Ubuntu system. This activity could be used by an attacker to establish a persistent unauthorized access for attacks.</a:t>
          </a:r>
          <a:endParaRPr lang="en-US" dirty="0"/>
        </a:p>
      </dgm:t>
    </dgm:pt>
    <dgm:pt modelId="{8B1272DC-41B9-4873-9DF8-D075D08FB86A}" type="parTrans" cxnId="{0BB4B808-A95C-444A-B001-640E35E0ED57}">
      <dgm:prSet/>
      <dgm:spPr/>
      <dgm:t>
        <a:bodyPr/>
        <a:lstStyle/>
        <a:p>
          <a:endParaRPr lang="en-US"/>
        </a:p>
      </dgm:t>
    </dgm:pt>
    <dgm:pt modelId="{682444A6-1695-4AE7-B2C0-0CA171FC29AC}" type="sibTrans" cxnId="{0BB4B808-A95C-444A-B001-640E35E0ED57}">
      <dgm:prSet/>
      <dgm:spPr/>
      <dgm:t>
        <a:bodyPr/>
        <a:lstStyle/>
        <a:p>
          <a:endParaRPr lang="en-US"/>
        </a:p>
      </dgm:t>
    </dgm:pt>
    <dgm:pt modelId="{00D41419-B888-4E08-84D4-011E9C7E3EFB}" type="pres">
      <dgm:prSet presAssocID="{32C13834-BC9E-4A72-96A8-0F148297B9C7}" presName="vert0" presStyleCnt="0">
        <dgm:presLayoutVars>
          <dgm:dir/>
          <dgm:animOne val="branch"/>
          <dgm:animLvl val="lvl"/>
        </dgm:presLayoutVars>
      </dgm:prSet>
      <dgm:spPr/>
    </dgm:pt>
    <dgm:pt modelId="{C6D8D110-1A0F-4447-8461-2DF2D82F0013}" type="pres">
      <dgm:prSet presAssocID="{26922690-29B5-4D4F-A39A-93A91FA6143D}" presName="thickLine" presStyleLbl="alignNode1" presStyleIdx="0" presStyleCnt="9"/>
      <dgm:spPr/>
    </dgm:pt>
    <dgm:pt modelId="{369A5808-C5BD-46EC-BAE2-4AFE37356CCE}" type="pres">
      <dgm:prSet presAssocID="{26922690-29B5-4D4F-A39A-93A91FA6143D}" presName="horz1" presStyleCnt="0"/>
      <dgm:spPr/>
    </dgm:pt>
    <dgm:pt modelId="{56A84744-EEA4-4EC2-A00B-7D801F5C97D1}" type="pres">
      <dgm:prSet presAssocID="{26922690-29B5-4D4F-A39A-93A91FA6143D}" presName="tx1" presStyleLbl="revTx" presStyleIdx="0" presStyleCnt="9"/>
      <dgm:spPr/>
    </dgm:pt>
    <dgm:pt modelId="{134CE95B-F917-4072-9A77-765BE2A0BE2B}" type="pres">
      <dgm:prSet presAssocID="{26922690-29B5-4D4F-A39A-93A91FA6143D}" presName="vert1" presStyleCnt="0"/>
      <dgm:spPr/>
    </dgm:pt>
    <dgm:pt modelId="{D17DABFE-9C6C-45A5-BE3B-4F74BCDC6105}" type="pres">
      <dgm:prSet presAssocID="{FCC69352-66F0-489D-B78F-C650FCCEC0E1}" presName="thickLine" presStyleLbl="alignNode1" presStyleIdx="1" presStyleCnt="9"/>
      <dgm:spPr/>
    </dgm:pt>
    <dgm:pt modelId="{8891836C-3118-4982-99A3-BA5B5011EA76}" type="pres">
      <dgm:prSet presAssocID="{FCC69352-66F0-489D-B78F-C650FCCEC0E1}" presName="horz1" presStyleCnt="0"/>
      <dgm:spPr/>
    </dgm:pt>
    <dgm:pt modelId="{9465CBB2-A155-4021-9785-66A176328863}" type="pres">
      <dgm:prSet presAssocID="{FCC69352-66F0-489D-B78F-C650FCCEC0E1}" presName="tx1" presStyleLbl="revTx" presStyleIdx="1" presStyleCnt="9"/>
      <dgm:spPr/>
    </dgm:pt>
    <dgm:pt modelId="{D0DD1998-E04E-4E40-8477-7A2ABF461ED6}" type="pres">
      <dgm:prSet presAssocID="{FCC69352-66F0-489D-B78F-C650FCCEC0E1}" presName="vert1" presStyleCnt="0"/>
      <dgm:spPr/>
    </dgm:pt>
    <dgm:pt modelId="{0B39ACE1-3BEF-46D9-A081-5A115CA2D066}" type="pres">
      <dgm:prSet presAssocID="{203A28C4-CA7B-44C6-B00F-ECB4BA4BA933}" presName="thickLine" presStyleLbl="alignNode1" presStyleIdx="2" presStyleCnt="9"/>
      <dgm:spPr/>
    </dgm:pt>
    <dgm:pt modelId="{062F39C0-9F97-4A25-8369-FE5BCD193665}" type="pres">
      <dgm:prSet presAssocID="{203A28C4-CA7B-44C6-B00F-ECB4BA4BA933}" presName="horz1" presStyleCnt="0"/>
      <dgm:spPr/>
    </dgm:pt>
    <dgm:pt modelId="{0355C7C5-5876-4474-B047-F2469CE376EF}" type="pres">
      <dgm:prSet presAssocID="{203A28C4-CA7B-44C6-B00F-ECB4BA4BA933}" presName="tx1" presStyleLbl="revTx" presStyleIdx="2" presStyleCnt="9"/>
      <dgm:spPr/>
    </dgm:pt>
    <dgm:pt modelId="{6A083A77-2012-4508-A333-EC2006F7F642}" type="pres">
      <dgm:prSet presAssocID="{203A28C4-CA7B-44C6-B00F-ECB4BA4BA933}" presName="vert1" presStyleCnt="0"/>
      <dgm:spPr/>
    </dgm:pt>
    <dgm:pt modelId="{99B5AE42-7436-442A-BF8D-1409322D8676}" type="pres">
      <dgm:prSet presAssocID="{57455359-87F2-4291-AE5D-69B0C9FC4251}" presName="thickLine" presStyleLbl="alignNode1" presStyleIdx="3" presStyleCnt="9"/>
      <dgm:spPr/>
    </dgm:pt>
    <dgm:pt modelId="{DB8E3DD9-17E6-4B24-A38E-99683A69F3CE}" type="pres">
      <dgm:prSet presAssocID="{57455359-87F2-4291-AE5D-69B0C9FC4251}" presName="horz1" presStyleCnt="0"/>
      <dgm:spPr/>
    </dgm:pt>
    <dgm:pt modelId="{9BEFC879-037F-4191-A327-1D86394AB079}" type="pres">
      <dgm:prSet presAssocID="{57455359-87F2-4291-AE5D-69B0C9FC4251}" presName="tx1" presStyleLbl="revTx" presStyleIdx="3" presStyleCnt="9"/>
      <dgm:spPr/>
    </dgm:pt>
    <dgm:pt modelId="{0F7ED775-2AC7-4666-BADA-D906D530FEA8}" type="pres">
      <dgm:prSet presAssocID="{57455359-87F2-4291-AE5D-69B0C9FC4251}" presName="vert1" presStyleCnt="0"/>
      <dgm:spPr/>
    </dgm:pt>
    <dgm:pt modelId="{B5E71657-0055-4632-9BFF-32819AD4E482}" type="pres">
      <dgm:prSet presAssocID="{03EE68B0-F8DE-4395-A9D6-D4FF37AC1F05}" presName="thickLine" presStyleLbl="alignNode1" presStyleIdx="4" presStyleCnt="9"/>
      <dgm:spPr/>
    </dgm:pt>
    <dgm:pt modelId="{1F31049E-21DC-45EE-96F3-4CAEB3F76344}" type="pres">
      <dgm:prSet presAssocID="{03EE68B0-F8DE-4395-A9D6-D4FF37AC1F05}" presName="horz1" presStyleCnt="0"/>
      <dgm:spPr/>
    </dgm:pt>
    <dgm:pt modelId="{E83D5E26-CF94-484E-A101-5746C51F3C7D}" type="pres">
      <dgm:prSet presAssocID="{03EE68B0-F8DE-4395-A9D6-D4FF37AC1F05}" presName="tx1" presStyleLbl="revTx" presStyleIdx="4" presStyleCnt="9"/>
      <dgm:spPr/>
    </dgm:pt>
    <dgm:pt modelId="{A4B35E41-D350-47B6-A157-F324B15F4585}" type="pres">
      <dgm:prSet presAssocID="{03EE68B0-F8DE-4395-A9D6-D4FF37AC1F05}" presName="vert1" presStyleCnt="0"/>
      <dgm:spPr/>
    </dgm:pt>
    <dgm:pt modelId="{C1730837-4E8E-460D-91E5-8E5D7AFD41D4}" type="pres">
      <dgm:prSet presAssocID="{6042203C-1CC3-4F89-A9BB-781B7A28ADC6}" presName="thickLine" presStyleLbl="alignNode1" presStyleIdx="5" presStyleCnt="9"/>
      <dgm:spPr/>
    </dgm:pt>
    <dgm:pt modelId="{2357E726-8CAF-4313-BB6F-AC5B822DAAFF}" type="pres">
      <dgm:prSet presAssocID="{6042203C-1CC3-4F89-A9BB-781B7A28ADC6}" presName="horz1" presStyleCnt="0"/>
      <dgm:spPr/>
    </dgm:pt>
    <dgm:pt modelId="{BEEB0B14-3E4A-4DF8-A14E-064B9A8E04CB}" type="pres">
      <dgm:prSet presAssocID="{6042203C-1CC3-4F89-A9BB-781B7A28ADC6}" presName="tx1" presStyleLbl="revTx" presStyleIdx="5" presStyleCnt="9"/>
      <dgm:spPr/>
    </dgm:pt>
    <dgm:pt modelId="{0818E252-A78F-4E65-9ECC-76D2E8FA67AB}" type="pres">
      <dgm:prSet presAssocID="{6042203C-1CC3-4F89-A9BB-781B7A28ADC6}" presName="vert1" presStyleCnt="0"/>
      <dgm:spPr/>
    </dgm:pt>
    <dgm:pt modelId="{98696B65-117F-4ACF-A658-B6605C459276}" type="pres">
      <dgm:prSet presAssocID="{8691438B-E0F8-4020-9FC5-4FB18CE57495}" presName="thickLine" presStyleLbl="alignNode1" presStyleIdx="6" presStyleCnt="9"/>
      <dgm:spPr/>
    </dgm:pt>
    <dgm:pt modelId="{668FE8F5-5B81-4144-BCB8-7326710A0352}" type="pres">
      <dgm:prSet presAssocID="{8691438B-E0F8-4020-9FC5-4FB18CE57495}" presName="horz1" presStyleCnt="0"/>
      <dgm:spPr/>
    </dgm:pt>
    <dgm:pt modelId="{E097126F-9910-4F9F-9AFC-9BF8A9630A83}" type="pres">
      <dgm:prSet presAssocID="{8691438B-E0F8-4020-9FC5-4FB18CE57495}" presName="tx1" presStyleLbl="revTx" presStyleIdx="6" presStyleCnt="9"/>
      <dgm:spPr/>
    </dgm:pt>
    <dgm:pt modelId="{30F6E065-DA4B-4EE9-8CC6-27E964A33FA3}" type="pres">
      <dgm:prSet presAssocID="{8691438B-E0F8-4020-9FC5-4FB18CE57495}" presName="vert1" presStyleCnt="0"/>
      <dgm:spPr/>
    </dgm:pt>
    <dgm:pt modelId="{AC88E8A3-5F68-46C5-8FFC-CCC7CB4D7762}" type="pres">
      <dgm:prSet presAssocID="{D98C7BD4-D82F-4B3B-83AC-D624946218BB}" presName="thickLine" presStyleLbl="alignNode1" presStyleIdx="7" presStyleCnt="9"/>
      <dgm:spPr/>
    </dgm:pt>
    <dgm:pt modelId="{8D3738ED-1736-4491-819F-80DC204B219D}" type="pres">
      <dgm:prSet presAssocID="{D98C7BD4-D82F-4B3B-83AC-D624946218BB}" presName="horz1" presStyleCnt="0"/>
      <dgm:spPr/>
    </dgm:pt>
    <dgm:pt modelId="{CCCD28E9-7F7A-4908-9B8D-E1B148E1A569}" type="pres">
      <dgm:prSet presAssocID="{D98C7BD4-D82F-4B3B-83AC-D624946218BB}" presName="tx1" presStyleLbl="revTx" presStyleIdx="7" presStyleCnt="9"/>
      <dgm:spPr/>
    </dgm:pt>
    <dgm:pt modelId="{4983CC62-BCFF-42EA-B598-C4036C2423E5}" type="pres">
      <dgm:prSet presAssocID="{D98C7BD4-D82F-4B3B-83AC-D624946218BB}" presName="vert1" presStyleCnt="0"/>
      <dgm:spPr/>
    </dgm:pt>
    <dgm:pt modelId="{37FC6926-29FB-4CEC-B0D7-9F0D0869041C}" type="pres">
      <dgm:prSet presAssocID="{D99E288D-1011-47BD-9A4D-12039A8A63D1}" presName="thickLine" presStyleLbl="alignNode1" presStyleIdx="8" presStyleCnt="9"/>
      <dgm:spPr/>
    </dgm:pt>
    <dgm:pt modelId="{29ED3636-156A-46B3-BA88-445E042871E7}" type="pres">
      <dgm:prSet presAssocID="{D99E288D-1011-47BD-9A4D-12039A8A63D1}" presName="horz1" presStyleCnt="0"/>
      <dgm:spPr/>
    </dgm:pt>
    <dgm:pt modelId="{C2CA1BE2-6E00-45D7-8D4C-B59AF0104C60}" type="pres">
      <dgm:prSet presAssocID="{D99E288D-1011-47BD-9A4D-12039A8A63D1}" presName="tx1" presStyleLbl="revTx" presStyleIdx="8" presStyleCnt="9"/>
      <dgm:spPr/>
    </dgm:pt>
    <dgm:pt modelId="{B99A34B8-E111-447F-AE1B-958F9381D2FB}" type="pres">
      <dgm:prSet presAssocID="{D99E288D-1011-47BD-9A4D-12039A8A63D1}" presName="vert1" presStyleCnt="0"/>
      <dgm:spPr/>
    </dgm:pt>
  </dgm:ptLst>
  <dgm:cxnLst>
    <dgm:cxn modelId="{17A1BC00-696B-4383-B3A3-0DAB3B03F122}" type="presOf" srcId="{D99E288D-1011-47BD-9A4D-12039A8A63D1}" destId="{C2CA1BE2-6E00-45D7-8D4C-B59AF0104C60}" srcOrd="0" destOrd="0" presId="urn:microsoft.com/office/officeart/2008/layout/LinedList"/>
    <dgm:cxn modelId="{0BB4B808-A95C-444A-B001-640E35E0ED57}" srcId="{32C13834-BC9E-4A72-96A8-0F148297B9C7}" destId="{D99E288D-1011-47BD-9A4D-12039A8A63D1}" srcOrd="8" destOrd="0" parTransId="{8B1272DC-41B9-4873-9DF8-D075D08FB86A}" sibTransId="{682444A6-1695-4AE7-B2C0-0CA171FC29AC}"/>
    <dgm:cxn modelId="{D4F29D09-5C90-48AE-A6E7-8F8A451A7251}" srcId="{32C13834-BC9E-4A72-96A8-0F148297B9C7}" destId="{57455359-87F2-4291-AE5D-69B0C9FC4251}" srcOrd="3" destOrd="0" parTransId="{A27081A0-7863-435D-BDD2-275F32189102}" sibTransId="{3B49B534-D314-4DBD-B770-2D9D86637C23}"/>
    <dgm:cxn modelId="{494E5F0A-FA4F-4B41-876E-4319E0F8A03C}" srcId="{32C13834-BC9E-4A72-96A8-0F148297B9C7}" destId="{FCC69352-66F0-489D-B78F-C650FCCEC0E1}" srcOrd="1" destOrd="0" parTransId="{172999E7-228C-42DE-9920-5ED165505E99}" sibTransId="{E3766383-C9E6-49C8-821C-2D27DFCA4407}"/>
    <dgm:cxn modelId="{4E65C424-242F-4434-83A9-8965F3DEDAEA}" type="presOf" srcId="{57455359-87F2-4291-AE5D-69B0C9FC4251}" destId="{9BEFC879-037F-4191-A327-1D86394AB079}" srcOrd="0" destOrd="0" presId="urn:microsoft.com/office/officeart/2008/layout/LinedList"/>
    <dgm:cxn modelId="{9291A92A-8E44-4574-838F-BED582E41817}" srcId="{32C13834-BC9E-4A72-96A8-0F148297B9C7}" destId="{6042203C-1CC3-4F89-A9BB-781B7A28ADC6}" srcOrd="5" destOrd="0" parTransId="{8F3C126E-67B1-4A1F-B099-769660436294}" sibTransId="{7B91E9BC-E1D5-463D-9094-B0CF8506DA65}"/>
    <dgm:cxn modelId="{6CD4232E-6BD2-44D8-822F-05CA633AC217}" srcId="{32C13834-BC9E-4A72-96A8-0F148297B9C7}" destId="{D98C7BD4-D82F-4B3B-83AC-D624946218BB}" srcOrd="7" destOrd="0" parTransId="{A18E8729-B10F-4231-8E03-FEDF9505C401}" sibTransId="{213D9618-D7E6-421C-9D7D-0F7066EDAD7F}"/>
    <dgm:cxn modelId="{40E59230-0371-458C-B547-97885A7EF95B}" type="presOf" srcId="{03EE68B0-F8DE-4395-A9D6-D4FF37AC1F05}" destId="{E83D5E26-CF94-484E-A101-5746C51F3C7D}" srcOrd="0" destOrd="0" presId="urn:microsoft.com/office/officeart/2008/layout/LinedList"/>
    <dgm:cxn modelId="{E502AE34-EDBF-4516-9ACC-6C2DA4F2269B}" srcId="{32C13834-BC9E-4A72-96A8-0F148297B9C7}" destId="{03EE68B0-F8DE-4395-A9D6-D4FF37AC1F05}" srcOrd="4" destOrd="0" parTransId="{D3EF79FB-A174-4F29-A85F-441693019C1F}" sibTransId="{B3175647-6B05-47AD-81C1-B95B0BAB1578}"/>
    <dgm:cxn modelId="{ECD0E95C-451F-481D-9527-C76EEF978529}" srcId="{32C13834-BC9E-4A72-96A8-0F148297B9C7}" destId="{203A28C4-CA7B-44C6-B00F-ECB4BA4BA933}" srcOrd="2" destOrd="0" parTransId="{5C1E963B-DC64-490C-942B-367A7430A08D}" sibTransId="{B1E18335-19A7-4225-A29E-87766A5E4C84}"/>
    <dgm:cxn modelId="{3CF5B764-E2EB-417E-B77D-34784E4CBDED}" srcId="{32C13834-BC9E-4A72-96A8-0F148297B9C7}" destId="{26922690-29B5-4D4F-A39A-93A91FA6143D}" srcOrd="0" destOrd="0" parTransId="{7D7A2C3B-8D5C-4D00-BF2E-0E9891FB0E9D}" sibTransId="{97EA17FD-0078-4CDA-B795-4C1E4263C430}"/>
    <dgm:cxn modelId="{87722066-69CD-4268-8C8A-B93FE80D4017}" type="presOf" srcId="{32C13834-BC9E-4A72-96A8-0F148297B9C7}" destId="{00D41419-B888-4E08-84D4-011E9C7E3EFB}" srcOrd="0" destOrd="0" presId="urn:microsoft.com/office/officeart/2008/layout/LinedList"/>
    <dgm:cxn modelId="{DEBFD767-CD80-4737-AFBC-461614306C01}" type="presOf" srcId="{6042203C-1CC3-4F89-A9BB-781B7A28ADC6}" destId="{BEEB0B14-3E4A-4DF8-A14E-064B9A8E04CB}" srcOrd="0" destOrd="0" presId="urn:microsoft.com/office/officeart/2008/layout/LinedList"/>
    <dgm:cxn modelId="{E5668075-B32B-4D5A-AC9C-450589CE29FB}" type="presOf" srcId="{26922690-29B5-4D4F-A39A-93A91FA6143D}" destId="{56A84744-EEA4-4EC2-A00B-7D801F5C97D1}" srcOrd="0" destOrd="0" presId="urn:microsoft.com/office/officeart/2008/layout/LinedList"/>
    <dgm:cxn modelId="{CB9C6389-3615-4F59-8F82-8636B7164758}" type="presOf" srcId="{D98C7BD4-D82F-4B3B-83AC-D624946218BB}" destId="{CCCD28E9-7F7A-4908-9B8D-E1B148E1A569}" srcOrd="0" destOrd="0" presId="urn:microsoft.com/office/officeart/2008/layout/LinedList"/>
    <dgm:cxn modelId="{D590EE8D-D6F2-45AB-9724-EA25315A3792}" type="presOf" srcId="{8691438B-E0F8-4020-9FC5-4FB18CE57495}" destId="{E097126F-9910-4F9F-9AFC-9BF8A9630A83}" srcOrd="0" destOrd="0" presId="urn:microsoft.com/office/officeart/2008/layout/LinedList"/>
    <dgm:cxn modelId="{8A4A5698-F112-45C0-B84D-9E36461185AC}" type="presOf" srcId="{FCC69352-66F0-489D-B78F-C650FCCEC0E1}" destId="{9465CBB2-A155-4021-9785-66A176328863}" srcOrd="0" destOrd="0" presId="urn:microsoft.com/office/officeart/2008/layout/LinedList"/>
    <dgm:cxn modelId="{74874EB2-A600-4CB3-8799-8D0825584CAE}" srcId="{32C13834-BC9E-4A72-96A8-0F148297B9C7}" destId="{8691438B-E0F8-4020-9FC5-4FB18CE57495}" srcOrd="6" destOrd="0" parTransId="{3A40C2A1-4B57-4357-8F3B-62475EEEBD8D}" sibTransId="{75053C0A-A269-4809-9FCB-B8139BF859B1}"/>
    <dgm:cxn modelId="{4542FFE7-37DD-433D-B4F6-331DFA9304C0}" type="presOf" srcId="{203A28C4-CA7B-44C6-B00F-ECB4BA4BA933}" destId="{0355C7C5-5876-4474-B047-F2469CE376EF}" srcOrd="0" destOrd="0" presId="urn:microsoft.com/office/officeart/2008/layout/LinedList"/>
    <dgm:cxn modelId="{7CF3E186-3F39-4F68-A56C-AA20B5C8C7C4}" type="presParOf" srcId="{00D41419-B888-4E08-84D4-011E9C7E3EFB}" destId="{C6D8D110-1A0F-4447-8461-2DF2D82F0013}" srcOrd="0" destOrd="0" presId="urn:microsoft.com/office/officeart/2008/layout/LinedList"/>
    <dgm:cxn modelId="{A5F6778D-9D7C-4518-9A8F-BD67279DB142}" type="presParOf" srcId="{00D41419-B888-4E08-84D4-011E9C7E3EFB}" destId="{369A5808-C5BD-46EC-BAE2-4AFE37356CCE}" srcOrd="1" destOrd="0" presId="urn:microsoft.com/office/officeart/2008/layout/LinedList"/>
    <dgm:cxn modelId="{DFAE3483-40F3-4829-B622-7B84686AB7A5}" type="presParOf" srcId="{369A5808-C5BD-46EC-BAE2-4AFE37356CCE}" destId="{56A84744-EEA4-4EC2-A00B-7D801F5C97D1}" srcOrd="0" destOrd="0" presId="urn:microsoft.com/office/officeart/2008/layout/LinedList"/>
    <dgm:cxn modelId="{2960A306-41D0-4250-8D34-0BB402DA1F73}" type="presParOf" srcId="{369A5808-C5BD-46EC-BAE2-4AFE37356CCE}" destId="{134CE95B-F917-4072-9A77-765BE2A0BE2B}" srcOrd="1" destOrd="0" presId="urn:microsoft.com/office/officeart/2008/layout/LinedList"/>
    <dgm:cxn modelId="{8D3DF117-8330-4211-88AD-DEDFD791051E}" type="presParOf" srcId="{00D41419-B888-4E08-84D4-011E9C7E3EFB}" destId="{D17DABFE-9C6C-45A5-BE3B-4F74BCDC6105}" srcOrd="2" destOrd="0" presId="urn:microsoft.com/office/officeart/2008/layout/LinedList"/>
    <dgm:cxn modelId="{9BDE7FCA-2C7F-450D-A166-643D58871AE0}" type="presParOf" srcId="{00D41419-B888-4E08-84D4-011E9C7E3EFB}" destId="{8891836C-3118-4982-99A3-BA5B5011EA76}" srcOrd="3" destOrd="0" presId="urn:microsoft.com/office/officeart/2008/layout/LinedList"/>
    <dgm:cxn modelId="{F6537A9A-1A71-4685-B947-ADC70C8A4EDB}" type="presParOf" srcId="{8891836C-3118-4982-99A3-BA5B5011EA76}" destId="{9465CBB2-A155-4021-9785-66A176328863}" srcOrd="0" destOrd="0" presId="urn:microsoft.com/office/officeart/2008/layout/LinedList"/>
    <dgm:cxn modelId="{35052068-A65E-44ED-BEC0-C6C6F009A38E}" type="presParOf" srcId="{8891836C-3118-4982-99A3-BA5B5011EA76}" destId="{D0DD1998-E04E-4E40-8477-7A2ABF461ED6}" srcOrd="1" destOrd="0" presId="urn:microsoft.com/office/officeart/2008/layout/LinedList"/>
    <dgm:cxn modelId="{85E4CF37-D401-42D7-966A-9BF9127484D6}" type="presParOf" srcId="{00D41419-B888-4E08-84D4-011E9C7E3EFB}" destId="{0B39ACE1-3BEF-46D9-A081-5A115CA2D066}" srcOrd="4" destOrd="0" presId="urn:microsoft.com/office/officeart/2008/layout/LinedList"/>
    <dgm:cxn modelId="{A67114CA-0A34-482D-A8B9-6275DC636254}" type="presParOf" srcId="{00D41419-B888-4E08-84D4-011E9C7E3EFB}" destId="{062F39C0-9F97-4A25-8369-FE5BCD193665}" srcOrd="5" destOrd="0" presId="urn:microsoft.com/office/officeart/2008/layout/LinedList"/>
    <dgm:cxn modelId="{B7856BC9-D5A4-4256-8F6E-EBB842ECC7CF}" type="presParOf" srcId="{062F39C0-9F97-4A25-8369-FE5BCD193665}" destId="{0355C7C5-5876-4474-B047-F2469CE376EF}" srcOrd="0" destOrd="0" presId="urn:microsoft.com/office/officeart/2008/layout/LinedList"/>
    <dgm:cxn modelId="{A74E7A85-AE1E-4BDA-B5FC-DB278BE32AB0}" type="presParOf" srcId="{062F39C0-9F97-4A25-8369-FE5BCD193665}" destId="{6A083A77-2012-4508-A333-EC2006F7F642}" srcOrd="1" destOrd="0" presId="urn:microsoft.com/office/officeart/2008/layout/LinedList"/>
    <dgm:cxn modelId="{A03ED960-86B1-4FB6-B285-C1BC847D1F9A}" type="presParOf" srcId="{00D41419-B888-4E08-84D4-011E9C7E3EFB}" destId="{99B5AE42-7436-442A-BF8D-1409322D8676}" srcOrd="6" destOrd="0" presId="urn:microsoft.com/office/officeart/2008/layout/LinedList"/>
    <dgm:cxn modelId="{F995B6FF-AC69-4EFE-B789-EE5431EF9AC1}" type="presParOf" srcId="{00D41419-B888-4E08-84D4-011E9C7E3EFB}" destId="{DB8E3DD9-17E6-4B24-A38E-99683A69F3CE}" srcOrd="7" destOrd="0" presId="urn:microsoft.com/office/officeart/2008/layout/LinedList"/>
    <dgm:cxn modelId="{9DE8BE41-A9C9-4F30-B34F-03727E1FB6A1}" type="presParOf" srcId="{DB8E3DD9-17E6-4B24-A38E-99683A69F3CE}" destId="{9BEFC879-037F-4191-A327-1D86394AB079}" srcOrd="0" destOrd="0" presId="urn:microsoft.com/office/officeart/2008/layout/LinedList"/>
    <dgm:cxn modelId="{75E469A6-878B-4F98-93D0-1A52CC9C5009}" type="presParOf" srcId="{DB8E3DD9-17E6-4B24-A38E-99683A69F3CE}" destId="{0F7ED775-2AC7-4666-BADA-D906D530FEA8}" srcOrd="1" destOrd="0" presId="urn:microsoft.com/office/officeart/2008/layout/LinedList"/>
    <dgm:cxn modelId="{EE9B5EB9-F800-444F-88C4-A6A1FFD00E30}" type="presParOf" srcId="{00D41419-B888-4E08-84D4-011E9C7E3EFB}" destId="{B5E71657-0055-4632-9BFF-32819AD4E482}" srcOrd="8" destOrd="0" presId="urn:microsoft.com/office/officeart/2008/layout/LinedList"/>
    <dgm:cxn modelId="{5DE0276C-F200-49A6-BA99-10C49C605376}" type="presParOf" srcId="{00D41419-B888-4E08-84D4-011E9C7E3EFB}" destId="{1F31049E-21DC-45EE-96F3-4CAEB3F76344}" srcOrd="9" destOrd="0" presId="urn:microsoft.com/office/officeart/2008/layout/LinedList"/>
    <dgm:cxn modelId="{E516D28D-57F5-4CA5-90CE-847CF05CFF98}" type="presParOf" srcId="{1F31049E-21DC-45EE-96F3-4CAEB3F76344}" destId="{E83D5E26-CF94-484E-A101-5746C51F3C7D}" srcOrd="0" destOrd="0" presId="urn:microsoft.com/office/officeart/2008/layout/LinedList"/>
    <dgm:cxn modelId="{9BC49A76-D30D-40BD-8EA8-F0C55FD6543B}" type="presParOf" srcId="{1F31049E-21DC-45EE-96F3-4CAEB3F76344}" destId="{A4B35E41-D350-47B6-A157-F324B15F4585}" srcOrd="1" destOrd="0" presId="urn:microsoft.com/office/officeart/2008/layout/LinedList"/>
    <dgm:cxn modelId="{78EDA835-877A-4F6B-93A5-ECFF8CAC1618}" type="presParOf" srcId="{00D41419-B888-4E08-84D4-011E9C7E3EFB}" destId="{C1730837-4E8E-460D-91E5-8E5D7AFD41D4}" srcOrd="10" destOrd="0" presId="urn:microsoft.com/office/officeart/2008/layout/LinedList"/>
    <dgm:cxn modelId="{6B604F34-0DCB-4F69-B679-C8217F50E999}" type="presParOf" srcId="{00D41419-B888-4E08-84D4-011E9C7E3EFB}" destId="{2357E726-8CAF-4313-BB6F-AC5B822DAAFF}" srcOrd="11" destOrd="0" presId="urn:microsoft.com/office/officeart/2008/layout/LinedList"/>
    <dgm:cxn modelId="{166239AC-C5BF-4F4E-BCAE-9FAE0020E47A}" type="presParOf" srcId="{2357E726-8CAF-4313-BB6F-AC5B822DAAFF}" destId="{BEEB0B14-3E4A-4DF8-A14E-064B9A8E04CB}" srcOrd="0" destOrd="0" presId="urn:microsoft.com/office/officeart/2008/layout/LinedList"/>
    <dgm:cxn modelId="{C4301CD7-4802-4739-8E6A-81E4C4544694}" type="presParOf" srcId="{2357E726-8CAF-4313-BB6F-AC5B822DAAFF}" destId="{0818E252-A78F-4E65-9ECC-76D2E8FA67AB}" srcOrd="1" destOrd="0" presId="urn:microsoft.com/office/officeart/2008/layout/LinedList"/>
    <dgm:cxn modelId="{06DE1F6E-4957-4006-9DB7-1F3E5A851EAD}" type="presParOf" srcId="{00D41419-B888-4E08-84D4-011E9C7E3EFB}" destId="{98696B65-117F-4ACF-A658-B6605C459276}" srcOrd="12" destOrd="0" presId="urn:microsoft.com/office/officeart/2008/layout/LinedList"/>
    <dgm:cxn modelId="{7876C5FA-B0D8-41D5-86EE-31419A93577B}" type="presParOf" srcId="{00D41419-B888-4E08-84D4-011E9C7E3EFB}" destId="{668FE8F5-5B81-4144-BCB8-7326710A0352}" srcOrd="13" destOrd="0" presId="urn:microsoft.com/office/officeart/2008/layout/LinedList"/>
    <dgm:cxn modelId="{6A8362F6-3C22-450C-A1B4-6AC0AD5D7C7D}" type="presParOf" srcId="{668FE8F5-5B81-4144-BCB8-7326710A0352}" destId="{E097126F-9910-4F9F-9AFC-9BF8A9630A83}" srcOrd="0" destOrd="0" presId="urn:microsoft.com/office/officeart/2008/layout/LinedList"/>
    <dgm:cxn modelId="{C349DF35-6678-4205-AE86-32EAD95F6B3B}" type="presParOf" srcId="{668FE8F5-5B81-4144-BCB8-7326710A0352}" destId="{30F6E065-DA4B-4EE9-8CC6-27E964A33FA3}" srcOrd="1" destOrd="0" presId="urn:microsoft.com/office/officeart/2008/layout/LinedList"/>
    <dgm:cxn modelId="{6E50C682-E3E7-48AE-9A38-D59D1168098B}" type="presParOf" srcId="{00D41419-B888-4E08-84D4-011E9C7E3EFB}" destId="{AC88E8A3-5F68-46C5-8FFC-CCC7CB4D7762}" srcOrd="14" destOrd="0" presId="urn:microsoft.com/office/officeart/2008/layout/LinedList"/>
    <dgm:cxn modelId="{98E5C328-9A89-40A3-9F0D-6DDE780AB436}" type="presParOf" srcId="{00D41419-B888-4E08-84D4-011E9C7E3EFB}" destId="{8D3738ED-1736-4491-819F-80DC204B219D}" srcOrd="15" destOrd="0" presId="urn:microsoft.com/office/officeart/2008/layout/LinedList"/>
    <dgm:cxn modelId="{475D8B9F-2613-4853-89D1-D1B160912FBA}" type="presParOf" srcId="{8D3738ED-1736-4491-819F-80DC204B219D}" destId="{CCCD28E9-7F7A-4908-9B8D-E1B148E1A569}" srcOrd="0" destOrd="0" presId="urn:microsoft.com/office/officeart/2008/layout/LinedList"/>
    <dgm:cxn modelId="{F722A9F6-53A6-428E-948B-33EA62F70D60}" type="presParOf" srcId="{8D3738ED-1736-4491-819F-80DC204B219D}" destId="{4983CC62-BCFF-42EA-B598-C4036C2423E5}" srcOrd="1" destOrd="0" presId="urn:microsoft.com/office/officeart/2008/layout/LinedList"/>
    <dgm:cxn modelId="{12044C1F-2D89-4703-B2B4-12D14ECB7FC3}" type="presParOf" srcId="{00D41419-B888-4E08-84D4-011E9C7E3EFB}" destId="{37FC6926-29FB-4CEC-B0D7-9F0D0869041C}" srcOrd="16" destOrd="0" presId="urn:microsoft.com/office/officeart/2008/layout/LinedList"/>
    <dgm:cxn modelId="{9391CF57-C209-4056-946D-83DDF4FF68E0}" type="presParOf" srcId="{00D41419-B888-4E08-84D4-011E9C7E3EFB}" destId="{29ED3636-156A-46B3-BA88-445E042871E7}" srcOrd="17" destOrd="0" presId="urn:microsoft.com/office/officeart/2008/layout/LinedList"/>
    <dgm:cxn modelId="{44A6E26A-A217-4656-8965-9DEC19455402}" type="presParOf" srcId="{29ED3636-156A-46B3-BA88-445E042871E7}" destId="{C2CA1BE2-6E00-45D7-8D4C-B59AF0104C60}" srcOrd="0" destOrd="0" presId="urn:microsoft.com/office/officeart/2008/layout/LinedList"/>
    <dgm:cxn modelId="{B6CC8106-59EA-472F-A8EF-1E126A0F3D14}" type="presParOf" srcId="{29ED3636-156A-46B3-BA88-445E042871E7}" destId="{B99A34B8-E111-447F-AE1B-958F9381D2F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71E5B1D-9059-468D-8BD9-8799AEFA0A8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753D4E4E-1DC4-4D3D-94FA-14B40C99BEE1}">
      <dgm:prSet/>
      <dgm:spPr/>
      <dgm:t>
        <a:bodyPr/>
        <a:lstStyle/>
        <a:p>
          <a:r>
            <a:rPr lang="en-US" b="0"/>
            <a:t>Wazuh's File Integrity Monitoring captured the following hashes when the file was created:</a:t>
          </a:r>
          <a:endParaRPr lang="en-US"/>
        </a:p>
      </dgm:t>
    </dgm:pt>
    <dgm:pt modelId="{604599F3-4A33-4B90-BDCC-BECE9EC6B347}" type="parTrans" cxnId="{52E693C1-00D6-499E-AF28-26880509B341}">
      <dgm:prSet/>
      <dgm:spPr/>
      <dgm:t>
        <a:bodyPr/>
        <a:lstStyle/>
        <a:p>
          <a:endParaRPr lang="en-US"/>
        </a:p>
      </dgm:t>
    </dgm:pt>
    <dgm:pt modelId="{8936D6E2-4B37-4929-97B8-74FFACF4DE4C}" type="sibTrans" cxnId="{52E693C1-00D6-499E-AF28-26880509B341}">
      <dgm:prSet/>
      <dgm:spPr/>
      <dgm:t>
        <a:bodyPr/>
        <a:lstStyle/>
        <a:p>
          <a:endParaRPr lang="en-US"/>
        </a:p>
      </dgm:t>
    </dgm:pt>
    <dgm:pt modelId="{D4058EF0-34A2-4287-894A-FBD0648D1442}">
      <dgm:prSet/>
      <dgm:spPr/>
      <dgm:t>
        <a:bodyPr/>
        <a:lstStyle/>
        <a:p>
          <a:r>
            <a:rPr lang="en-US" b="1" dirty="0"/>
            <a:t>MD5: </a:t>
          </a:r>
          <a:r>
            <a:rPr lang="en-US" b="0" dirty="0"/>
            <a:t>44d88612fea8a8f36de82e1278abb02f</a:t>
          </a:r>
          <a:endParaRPr lang="en-US" dirty="0"/>
        </a:p>
      </dgm:t>
    </dgm:pt>
    <dgm:pt modelId="{1551835D-0CD4-427E-A1AA-054855C0636C}" type="parTrans" cxnId="{F82A251C-B0D3-46C7-BE82-ED2EA2CABE94}">
      <dgm:prSet/>
      <dgm:spPr/>
      <dgm:t>
        <a:bodyPr/>
        <a:lstStyle/>
        <a:p>
          <a:endParaRPr lang="en-US"/>
        </a:p>
      </dgm:t>
    </dgm:pt>
    <dgm:pt modelId="{C0830DFA-F2AE-4D05-AC4C-F43696068B56}" type="sibTrans" cxnId="{F82A251C-B0D3-46C7-BE82-ED2EA2CABE94}">
      <dgm:prSet/>
      <dgm:spPr/>
      <dgm:t>
        <a:bodyPr/>
        <a:lstStyle/>
        <a:p>
          <a:endParaRPr lang="en-US"/>
        </a:p>
      </dgm:t>
    </dgm:pt>
    <dgm:pt modelId="{E039ED89-720E-4314-9397-EB9548DC802B}">
      <dgm:prSet/>
      <dgm:spPr/>
      <dgm:t>
        <a:bodyPr/>
        <a:lstStyle/>
        <a:p>
          <a:r>
            <a:rPr lang="en-US" b="1" dirty="0"/>
            <a:t>SHA-1</a:t>
          </a:r>
          <a:r>
            <a:rPr lang="en-US" b="0" dirty="0"/>
            <a:t>: 3395856ce81f2b7382dee72602f798b642f14140</a:t>
          </a:r>
          <a:endParaRPr lang="en-US" dirty="0"/>
        </a:p>
      </dgm:t>
    </dgm:pt>
    <dgm:pt modelId="{6A85FA31-EE38-452E-8095-4B746C42AE27}" type="parTrans" cxnId="{49121C94-6FEB-4FA4-BB5B-03B5C1D0DA61}">
      <dgm:prSet/>
      <dgm:spPr/>
      <dgm:t>
        <a:bodyPr/>
        <a:lstStyle/>
        <a:p>
          <a:endParaRPr lang="en-US"/>
        </a:p>
      </dgm:t>
    </dgm:pt>
    <dgm:pt modelId="{1F764A2D-6D55-45B4-AE1B-64EBB9C7CE92}" type="sibTrans" cxnId="{49121C94-6FEB-4FA4-BB5B-03B5C1D0DA61}">
      <dgm:prSet/>
      <dgm:spPr/>
      <dgm:t>
        <a:bodyPr/>
        <a:lstStyle/>
        <a:p>
          <a:endParaRPr lang="en-US"/>
        </a:p>
      </dgm:t>
    </dgm:pt>
    <dgm:pt modelId="{8876C95C-0302-4196-96BE-B4BF74CD3499}">
      <dgm:prSet/>
      <dgm:spPr/>
      <dgm:t>
        <a:bodyPr/>
        <a:lstStyle/>
        <a:p>
          <a:r>
            <a:rPr lang="en-US" b="1" dirty="0"/>
            <a:t>SHA-256:</a:t>
          </a:r>
          <a:r>
            <a:rPr lang="en-US" b="0" dirty="0"/>
            <a:t> 275a021bbfb6489e54d471899f7db9d1663fc695ec2fe2a2c4538aabf651fd0f</a:t>
          </a:r>
          <a:endParaRPr lang="en-US" dirty="0"/>
        </a:p>
      </dgm:t>
    </dgm:pt>
    <dgm:pt modelId="{54887AD9-A1F4-4DAC-878E-8B10B0D40A25}" type="parTrans" cxnId="{51D730D3-4138-4742-827D-D1BD909A9BDC}">
      <dgm:prSet/>
      <dgm:spPr/>
      <dgm:t>
        <a:bodyPr/>
        <a:lstStyle/>
        <a:p>
          <a:endParaRPr lang="en-US"/>
        </a:p>
      </dgm:t>
    </dgm:pt>
    <dgm:pt modelId="{844A98AE-6D0C-4BD7-A6A3-7CC9D10E82AE}" type="sibTrans" cxnId="{51D730D3-4138-4742-827D-D1BD909A9BDC}">
      <dgm:prSet/>
      <dgm:spPr/>
      <dgm:t>
        <a:bodyPr/>
        <a:lstStyle/>
        <a:p>
          <a:endParaRPr lang="en-US"/>
        </a:p>
      </dgm:t>
    </dgm:pt>
    <dgm:pt modelId="{4CA11548-0117-4B8E-8BEC-D30BC71CD7D0}" type="pres">
      <dgm:prSet presAssocID="{F71E5B1D-9059-468D-8BD9-8799AEFA0A89}" presName="root" presStyleCnt="0">
        <dgm:presLayoutVars>
          <dgm:dir/>
          <dgm:resizeHandles val="exact"/>
        </dgm:presLayoutVars>
      </dgm:prSet>
      <dgm:spPr/>
    </dgm:pt>
    <dgm:pt modelId="{F1FBA292-C000-487B-A8C6-01124A157E17}" type="pres">
      <dgm:prSet presAssocID="{753D4E4E-1DC4-4D3D-94FA-14B40C99BEE1}" presName="compNode" presStyleCnt="0"/>
      <dgm:spPr/>
    </dgm:pt>
    <dgm:pt modelId="{FCA32ABD-3690-4DD5-A968-E610CF5BCC8B}" type="pres">
      <dgm:prSet presAssocID="{753D4E4E-1DC4-4D3D-94FA-14B40C99BEE1}" presName="bgRect" presStyleLbl="bgShp" presStyleIdx="0" presStyleCnt="4"/>
      <dgm:spPr/>
    </dgm:pt>
    <dgm:pt modelId="{BF983FCC-D679-4EE9-8AFC-2D3398139AAC}" type="pres">
      <dgm:prSet presAssocID="{753D4E4E-1DC4-4D3D-94FA-14B40C99BEE1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Open Folder"/>
        </a:ext>
      </dgm:extLst>
    </dgm:pt>
    <dgm:pt modelId="{D79366AF-8F9F-4FED-A458-6AF471D34118}" type="pres">
      <dgm:prSet presAssocID="{753D4E4E-1DC4-4D3D-94FA-14B40C99BEE1}" presName="spaceRect" presStyleCnt="0"/>
      <dgm:spPr/>
    </dgm:pt>
    <dgm:pt modelId="{88B0E357-3ABE-481C-9469-4D3E43103F3F}" type="pres">
      <dgm:prSet presAssocID="{753D4E4E-1DC4-4D3D-94FA-14B40C99BEE1}" presName="parTx" presStyleLbl="revTx" presStyleIdx="0" presStyleCnt="4">
        <dgm:presLayoutVars>
          <dgm:chMax val="0"/>
          <dgm:chPref val="0"/>
        </dgm:presLayoutVars>
      </dgm:prSet>
      <dgm:spPr/>
    </dgm:pt>
    <dgm:pt modelId="{6125B0CC-534A-4436-8B24-ACE4743CB46A}" type="pres">
      <dgm:prSet presAssocID="{8936D6E2-4B37-4929-97B8-74FFACF4DE4C}" presName="sibTrans" presStyleCnt="0"/>
      <dgm:spPr/>
    </dgm:pt>
    <dgm:pt modelId="{7D6CD2CB-F993-4A33-9F11-1CEF0A5239A8}" type="pres">
      <dgm:prSet presAssocID="{D4058EF0-34A2-4287-894A-FBD0648D1442}" presName="compNode" presStyleCnt="0"/>
      <dgm:spPr/>
    </dgm:pt>
    <dgm:pt modelId="{34BB383A-DE3A-4827-8755-3E7C00AEC0E3}" type="pres">
      <dgm:prSet presAssocID="{D4058EF0-34A2-4287-894A-FBD0648D1442}" presName="bgRect" presStyleLbl="bgShp" presStyleIdx="1" presStyleCnt="4"/>
      <dgm:spPr/>
    </dgm:pt>
    <dgm:pt modelId="{79846E6D-73AB-4DA0-8151-8373B4A57BF4}" type="pres">
      <dgm:prSet presAssocID="{D4058EF0-34A2-4287-894A-FBD0648D144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tor"/>
        </a:ext>
      </dgm:extLst>
    </dgm:pt>
    <dgm:pt modelId="{280C530E-3B23-42A3-B9C3-80AC4B8CCE24}" type="pres">
      <dgm:prSet presAssocID="{D4058EF0-34A2-4287-894A-FBD0648D1442}" presName="spaceRect" presStyleCnt="0"/>
      <dgm:spPr/>
    </dgm:pt>
    <dgm:pt modelId="{1F58963E-7F25-4367-96F4-232B1118D64C}" type="pres">
      <dgm:prSet presAssocID="{D4058EF0-34A2-4287-894A-FBD0648D1442}" presName="parTx" presStyleLbl="revTx" presStyleIdx="1" presStyleCnt="4">
        <dgm:presLayoutVars>
          <dgm:chMax val="0"/>
          <dgm:chPref val="0"/>
        </dgm:presLayoutVars>
      </dgm:prSet>
      <dgm:spPr/>
    </dgm:pt>
    <dgm:pt modelId="{1B01C0E6-E7CC-4BB1-9239-1597425A045F}" type="pres">
      <dgm:prSet presAssocID="{C0830DFA-F2AE-4D05-AC4C-F43696068B56}" presName="sibTrans" presStyleCnt="0"/>
      <dgm:spPr/>
    </dgm:pt>
    <dgm:pt modelId="{F9F080E8-779B-421B-BD42-2CD7DCA2AFB7}" type="pres">
      <dgm:prSet presAssocID="{E039ED89-720E-4314-9397-EB9548DC802B}" presName="compNode" presStyleCnt="0"/>
      <dgm:spPr/>
    </dgm:pt>
    <dgm:pt modelId="{59E0041D-CFC4-4771-A4E4-E6F522A36458}" type="pres">
      <dgm:prSet presAssocID="{E039ED89-720E-4314-9397-EB9548DC802B}" presName="bgRect" presStyleLbl="bgShp" presStyleIdx="2" presStyleCnt="4" custLinFactNeighborX="-1486" custLinFactNeighborY="1436"/>
      <dgm:spPr/>
    </dgm:pt>
    <dgm:pt modelId="{806F070F-3978-43A8-9AEF-FF2C86C208F5}" type="pres">
      <dgm:prSet presAssocID="{E039ED89-720E-4314-9397-EB9548DC802B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CBDDBF6B-CC54-40B3-837D-31EDB42E01AB}" type="pres">
      <dgm:prSet presAssocID="{E039ED89-720E-4314-9397-EB9548DC802B}" presName="spaceRect" presStyleCnt="0"/>
      <dgm:spPr/>
    </dgm:pt>
    <dgm:pt modelId="{A0086C60-3827-430F-923A-673BEED8B4FF}" type="pres">
      <dgm:prSet presAssocID="{E039ED89-720E-4314-9397-EB9548DC802B}" presName="parTx" presStyleLbl="revTx" presStyleIdx="2" presStyleCnt="4">
        <dgm:presLayoutVars>
          <dgm:chMax val="0"/>
          <dgm:chPref val="0"/>
        </dgm:presLayoutVars>
      </dgm:prSet>
      <dgm:spPr/>
    </dgm:pt>
    <dgm:pt modelId="{6B46A8C2-2DF1-4EE0-94DE-2F22EE569D64}" type="pres">
      <dgm:prSet presAssocID="{1F764A2D-6D55-45B4-AE1B-64EBB9C7CE92}" presName="sibTrans" presStyleCnt="0"/>
      <dgm:spPr/>
    </dgm:pt>
    <dgm:pt modelId="{095D5FD9-7D21-4471-9CC6-9BD63D6D4A7E}" type="pres">
      <dgm:prSet presAssocID="{8876C95C-0302-4196-96BE-B4BF74CD3499}" presName="compNode" presStyleCnt="0"/>
      <dgm:spPr/>
    </dgm:pt>
    <dgm:pt modelId="{ED108368-9E4C-425C-8A1A-570249BF5F32}" type="pres">
      <dgm:prSet presAssocID="{8876C95C-0302-4196-96BE-B4BF74CD3499}" presName="bgRect" presStyleLbl="bgShp" presStyleIdx="3" presStyleCnt="4"/>
      <dgm:spPr/>
    </dgm:pt>
    <dgm:pt modelId="{AE003A62-6CF5-4172-BD71-3DFFB0549DF6}" type="pres">
      <dgm:prSet presAssocID="{8876C95C-0302-4196-96BE-B4BF74CD349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ayer Candle"/>
        </a:ext>
      </dgm:extLst>
    </dgm:pt>
    <dgm:pt modelId="{E3236EA3-C6F4-4731-B30C-5ACCCBC1F326}" type="pres">
      <dgm:prSet presAssocID="{8876C95C-0302-4196-96BE-B4BF74CD3499}" presName="spaceRect" presStyleCnt="0"/>
      <dgm:spPr/>
    </dgm:pt>
    <dgm:pt modelId="{2CC9629A-03AF-4F5E-A516-3302508900D3}" type="pres">
      <dgm:prSet presAssocID="{8876C95C-0302-4196-96BE-B4BF74CD3499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C7CB2015-188B-4D0A-95F7-C50802287A4E}" type="presOf" srcId="{F71E5B1D-9059-468D-8BD9-8799AEFA0A89}" destId="{4CA11548-0117-4B8E-8BEC-D30BC71CD7D0}" srcOrd="0" destOrd="0" presId="urn:microsoft.com/office/officeart/2018/2/layout/IconVerticalSolidList"/>
    <dgm:cxn modelId="{DFA6071A-AF30-4493-B86E-9C848382DF80}" type="presOf" srcId="{D4058EF0-34A2-4287-894A-FBD0648D1442}" destId="{1F58963E-7F25-4367-96F4-232B1118D64C}" srcOrd="0" destOrd="0" presId="urn:microsoft.com/office/officeart/2018/2/layout/IconVerticalSolidList"/>
    <dgm:cxn modelId="{F82A251C-B0D3-46C7-BE82-ED2EA2CABE94}" srcId="{F71E5B1D-9059-468D-8BD9-8799AEFA0A89}" destId="{D4058EF0-34A2-4287-894A-FBD0648D1442}" srcOrd="1" destOrd="0" parTransId="{1551835D-0CD4-427E-A1AA-054855C0636C}" sibTransId="{C0830DFA-F2AE-4D05-AC4C-F43696068B56}"/>
    <dgm:cxn modelId="{CB006C33-DA29-46CF-9131-DF7C28195911}" type="presOf" srcId="{8876C95C-0302-4196-96BE-B4BF74CD3499}" destId="{2CC9629A-03AF-4F5E-A516-3302508900D3}" srcOrd="0" destOrd="0" presId="urn:microsoft.com/office/officeart/2018/2/layout/IconVerticalSolidList"/>
    <dgm:cxn modelId="{81F35B72-4AE5-4FD5-A4B3-6699863493BD}" type="presOf" srcId="{753D4E4E-1DC4-4D3D-94FA-14B40C99BEE1}" destId="{88B0E357-3ABE-481C-9469-4D3E43103F3F}" srcOrd="0" destOrd="0" presId="urn:microsoft.com/office/officeart/2018/2/layout/IconVerticalSolidList"/>
    <dgm:cxn modelId="{49121C94-6FEB-4FA4-BB5B-03B5C1D0DA61}" srcId="{F71E5B1D-9059-468D-8BD9-8799AEFA0A89}" destId="{E039ED89-720E-4314-9397-EB9548DC802B}" srcOrd="2" destOrd="0" parTransId="{6A85FA31-EE38-452E-8095-4B746C42AE27}" sibTransId="{1F764A2D-6D55-45B4-AE1B-64EBB9C7CE92}"/>
    <dgm:cxn modelId="{52E693C1-00D6-499E-AF28-26880509B341}" srcId="{F71E5B1D-9059-468D-8BD9-8799AEFA0A89}" destId="{753D4E4E-1DC4-4D3D-94FA-14B40C99BEE1}" srcOrd="0" destOrd="0" parTransId="{604599F3-4A33-4B90-BDCC-BECE9EC6B347}" sibTransId="{8936D6E2-4B37-4929-97B8-74FFACF4DE4C}"/>
    <dgm:cxn modelId="{9D1840C2-9D30-4E59-AEF2-3F3D246A2215}" type="presOf" srcId="{E039ED89-720E-4314-9397-EB9548DC802B}" destId="{A0086C60-3827-430F-923A-673BEED8B4FF}" srcOrd="0" destOrd="0" presId="urn:microsoft.com/office/officeart/2018/2/layout/IconVerticalSolidList"/>
    <dgm:cxn modelId="{51D730D3-4138-4742-827D-D1BD909A9BDC}" srcId="{F71E5B1D-9059-468D-8BD9-8799AEFA0A89}" destId="{8876C95C-0302-4196-96BE-B4BF74CD3499}" srcOrd="3" destOrd="0" parTransId="{54887AD9-A1F4-4DAC-878E-8B10B0D40A25}" sibTransId="{844A98AE-6D0C-4BD7-A6A3-7CC9D10E82AE}"/>
    <dgm:cxn modelId="{A87BED11-F8CA-4737-893C-9C1A31326AF0}" type="presParOf" srcId="{4CA11548-0117-4B8E-8BEC-D30BC71CD7D0}" destId="{F1FBA292-C000-487B-A8C6-01124A157E17}" srcOrd="0" destOrd="0" presId="urn:microsoft.com/office/officeart/2018/2/layout/IconVerticalSolidList"/>
    <dgm:cxn modelId="{5F1EDED1-AD1B-4310-8522-424E4B2B58D4}" type="presParOf" srcId="{F1FBA292-C000-487B-A8C6-01124A157E17}" destId="{FCA32ABD-3690-4DD5-A968-E610CF5BCC8B}" srcOrd="0" destOrd="0" presId="urn:microsoft.com/office/officeart/2018/2/layout/IconVerticalSolidList"/>
    <dgm:cxn modelId="{0CDD3DB1-5A30-4215-B3F5-4002EEF2F5A2}" type="presParOf" srcId="{F1FBA292-C000-487B-A8C6-01124A157E17}" destId="{BF983FCC-D679-4EE9-8AFC-2D3398139AAC}" srcOrd="1" destOrd="0" presId="urn:microsoft.com/office/officeart/2018/2/layout/IconVerticalSolidList"/>
    <dgm:cxn modelId="{0E12B9B2-2A6C-4AAE-B92D-4D13B23C0F87}" type="presParOf" srcId="{F1FBA292-C000-487B-A8C6-01124A157E17}" destId="{D79366AF-8F9F-4FED-A458-6AF471D34118}" srcOrd="2" destOrd="0" presId="urn:microsoft.com/office/officeart/2018/2/layout/IconVerticalSolidList"/>
    <dgm:cxn modelId="{3B2166B2-BE4E-4ABA-8F5D-9B5AE9556E55}" type="presParOf" srcId="{F1FBA292-C000-487B-A8C6-01124A157E17}" destId="{88B0E357-3ABE-481C-9469-4D3E43103F3F}" srcOrd="3" destOrd="0" presId="urn:microsoft.com/office/officeart/2018/2/layout/IconVerticalSolidList"/>
    <dgm:cxn modelId="{159D12F1-CFA8-4FC7-9DD1-57A674D367EF}" type="presParOf" srcId="{4CA11548-0117-4B8E-8BEC-D30BC71CD7D0}" destId="{6125B0CC-534A-4436-8B24-ACE4743CB46A}" srcOrd="1" destOrd="0" presId="urn:microsoft.com/office/officeart/2018/2/layout/IconVerticalSolidList"/>
    <dgm:cxn modelId="{029F436B-C421-4BBC-921A-32F9FB8551C7}" type="presParOf" srcId="{4CA11548-0117-4B8E-8BEC-D30BC71CD7D0}" destId="{7D6CD2CB-F993-4A33-9F11-1CEF0A5239A8}" srcOrd="2" destOrd="0" presId="urn:microsoft.com/office/officeart/2018/2/layout/IconVerticalSolidList"/>
    <dgm:cxn modelId="{6126964B-FFFD-4D0D-A214-81849641CF72}" type="presParOf" srcId="{7D6CD2CB-F993-4A33-9F11-1CEF0A5239A8}" destId="{34BB383A-DE3A-4827-8755-3E7C00AEC0E3}" srcOrd="0" destOrd="0" presId="urn:microsoft.com/office/officeart/2018/2/layout/IconVerticalSolidList"/>
    <dgm:cxn modelId="{FEEB0BB8-4DF1-425F-AEF2-F36DF177B16B}" type="presParOf" srcId="{7D6CD2CB-F993-4A33-9F11-1CEF0A5239A8}" destId="{79846E6D-73AB-4DA0-8151-8373B4A57BF4}" srcOrd="1" destOrd="0" presId="urn:microsoft.com/office/officeart/2018/2/layout/IconVerticalSolidList"/>
    <dgm:cxn modelId="{75E55A27-1C11-4873-8D8E-869D859CC38F}" type="presParOf" srcId="{7D6CD2CB-F993-4A33-9F11-1CEF0A5239A8}" destId="{280C530E-3B23-42A3-B9C3-80AC4B8CCE24}" srcOrd="2" destOrd="0" presId="urn:microsoft.com/office/officeart/2018/2/layout/IconVerticalSolidList"/>
    <dgm:cxn modelId="{B59D3D02-758F-4453-B538-35B2E0FEF45B}" type="presParOf" srcId="{7D6CD2CB-F993-4A33-9F11-1CEF0A5239A8}" destId="{1F58963E-7F25-4367-96F4-232B1118D64C}" srcOrd="3" destOrd="0" presId="urn:microsoft.com/office/officeart/2018/2/layout/IconVerticalSolidList"/>
    <dgm:cxn modelId="{21767267-4756-4358-8B1A-0DACB9F5181F}" type="presParOf" srcId="{4CA11548-0117-4B8E-8BEC-D30BC71CD7D0}" destId="{1B01C0E6-E7CC-4BB1-9239-1597425A045F}" srcOrd="3" destOrd="0" presId="urn:microsoft.com/office/officeart/2018/2/layout/IconVerticalSolidList"/>
    <dgm:cxn modelId="{8C061B2D-7BB3-4F34-9A1A-DAEA7EE58EA8}" type="presParOf" srcId="{4CA11548-0117-4B8E-8BEC-D30BC71CD7D0}" destId="{F9F080E8-779B-421B-BD42-2CD7DCA2AFB7}" srcOrd="4" destOrd="0" presId="urn:microsoft.com/office/officeart/2018/2/layout/IconVerticalSolidList"/>
    <dgm:cxn modelId="{8019A93B-D548-42B8-A047-89A101D66BC2}" type="presParOf" srcId="{F9F080E8-779B-421B-BD42-2CD7DCA2AFB7}" destId="{59E0041D-CFC4-4771-A4E4-E6F522A36458}" srcOrd="0" destOrd="0" presId="urn:microsoft.com/office/officeart/2018/2/layout/IconVerticalSolidList"/>
    <dgm:cxn modelId="{C31BD7F0-63AB-4614-96BF-8D6B028F1254}" type="presParOf" srcId="{F9F080E8-779B-421B-BD42-2CD7DCA2AFB7}" destId="{806F070F-3978-43A8-9AEF-FF2C86C208F5}" srcOrd="1" destOrd="0" presId="urn:microsoft.com/office/officeart/2018/2/layout/IconVerticalSolidList"/>
    <dgm:cxn modelId="{A6EBA44D-F066-4760-B649-335A570653A9}" type="presParOf" srcId="{F9F080E8-779B-421B-BD42-2CD7DCA2AFB7}" destId="{CBDDBF6B-CC54-40B3-837D-31EDB42E01AB}" srcOrd="2" destOrd="0" presId="urn:microsoft.com/office/officeart/2018/2/layout/IconVerticalSolidList"/>
    <dgm:cxn modelId="{E17EDF33-8134-4890-BF1A-296A9834BC4B}" type="presParOf" srcId="{F9F080E8-779B-421B-BD42-2CD7DCA2AFB7}" destId="{A0086C60-3827-430F-923A-673BEED8B4FF}" srcOrd="3" destOrd="0" presId="urn:microsoft.com/office/officeart/2018/2/layout/IconVerticalSolidList"/>
    <dgm:cxn modelId="{217104A6-BB84-4291-A29C-12ACC8943E08}" type="presParOf" srcId="{4CA11548-0117-4B8E-8BEC-D30BC71CD7D0}" destId="{6B46A8C2-2DF1-4EE0-94DE-2F22EE569D64}" srcOrd="5" destOrd="0" presId="urn:microsoft.com/office/officeart/2018/2/layout/IconVerticalSolidList"/>
    <dgm:cxn modelId="{926EE3BB-4D5F-4BD5-85AE-50DCCC446859}" type="presParOf" srcId="{4CA11548-0117-4B8E-8BEC-D30BC71CD7D0}" destId="{095D5FD9-7D21-4471-9CC6-9BD63D6D4A7E}" srcOrd="6" destOrd="0" presId="urn:microsoft.com/office/officeart/2018/2/layout/IconVerticalSolidList"/>
    <dgm:cxn modelId="{FB146E5A-008C-4A85-9C4A-C5D8EFF0511C}" type="presParOf" srcId="{095D5FD9-7D21-4471-9CC6-9BD63D6D4A7E}" destId="{ED108368-9E4C-425C-8A1A-570249BF5F32}" srcOrd="0" destOrd="0" presId="urn:microsoft.com/office/officeart/2018/2/layout/IconVerticalSolidList"/>
    <dgm:cxn modelId="{86A01B76-4662-49F5-B112-05031470E1FC}" type="presParOf" srcId="{095D5FD9-7D21-4471-9CC6-9BD63D6D4A7E}" destId="{AE003A62-6CF5-4172-BD71-3DFFB0549DF6}" srcOrd="1" destOrd="0" presId="urn:microsoft.com/office/officeart/2018/2/layout/IconVerticalSolidList"/>
    <dgm:cxn modelId="{1C0C6B7A-7AD0-442B-9B29-4DE6E86F6DA0}" type="presParOf" srcId="{095D5FD9-7D21-4471-9CC6-9BD63D6D4A7E}" destId="{E3236EA3-C6F4-4731-B30C-5ACCCBC1F326}" srcOrd="2" destOrd="0" presId="urn:microsoft.com/office/officeart/2018/2/layout/IconVerticalSolidList"/>
    <dgm:cxn modelId="{32F39D20-2A9D-4114-BB7F-771D79DC7CCF}" type="presParOf" srcId="{095D5FD9-7D21-4471-9CC6-9BD63D6D4A7E}" destId="{2CC9629A-03AF-4F5E-A516-3302508900D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71E5B1D-9059-468D-8BD9-8799AEFA0A8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4CA11548-0117-4B8E-8BEC-D30BC71CD7D0}" type="pres">
      <dgm:prSet presAssocID="{F71E5B1D-9059-468D-8BD9-8799AEFA0A89}" presName="root" presStyleCnt="0">
        <dgm:presLayoutVars>
          <dgm:dir/>
          <dgm:resizeHandles val="exact"/>
        </dgm:presLayoutVars>
      </dgm:prSet>
      <dgm:spPr/>
    </dgm:pt>
  </dgm:ptLst>
  <dgm:cxnLst>
    <dgm:cxn modelId="{C7CB2015-188B-4D0A-95F7-C50802287A4E}" type="presOf" srcId="{F71E5B1D-9059-468D-8BD9-8799AEFA0A89}" destId="{4CA11548-0117-4B8E-8BEC-D30BC71CD7D0}" srcOrd="0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EBB51A8D-FC80-445D-98A6-004E5078B877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E15F75FF-C410-4C79-A435-7213A84B2F31}">
      <dgm:prSet/>
      <dgm:spPr/>
      <dgm:t>
        <a:bodyPr/>
        <a:lstStyle/>
        <a:p>
          <a:r>
            <a:rPr lang="en-US" b="0"/>
            <a:t>Wazuh</a:t>
          </a:r>
          <a:r>
            <a:rPr lang="en-US" b="0" dirty="0"/>
            <a:t> Rule ID: 100201</a:t>
          </a:r>
          <a:endParaRPr lang="en-US" dirty="0"/>
        </a:p>
      </dgm:t>
    </dgm:pt>
    <dgm:pt modelId="{38C5AB1C-C4B7-42BA-A841-0BF5A0F3C2F5}" type="parTrans" cxnId="{0AC15759-F84D-47BD-B0AA-6BBD7F6E7179}">
      <dgm:prSet/>
      <dgm:spPr/>
      <dgm:t>
        <a:bodyPr/>
        <a:lstStyle/>
        <a:p>
          <a:endParaRPr lang="en-US"/>
        </a:p>
      </dgm:t>
    </dgm:pt>
    <dgm:pt modelId="{FB8FF85F-4D60-4E0D-9D80-87793B71F3EE}" type="sibTrans" cxnId="{0AC15759-F84D-47BD-B0AA-6BBD7F6E7179}">
      <dgm:prSet/>
      <dgm:spPr/>
      <dgm:t>
        <a:bodyPr/>
        <a:lstStyle/>
        <a:p>
          <a:endParaRPr lang="en-US"/>
        </a:p>
      </dgm:t>
    </dgm:pt>
    <dgm:pt modelId="{2062B131-C23F-48F8-B3C4-AD5B3920409B}">
      <dgm:prSet/>
      <dgm:spPr/>
      <dgm:t>
        <a:bodyPr/>
        <a:lstStyle/>
        <a:p>
          <a:r>
            <a:rPr lang="en-US" b="0"/>
            <a:t>Rule Level: 7</a:t>
          </a:r>
          <a:endParaRPr lang="en-US"/>
        </a:p>
      </dgm:t>
    </dgm:pt>
    <dgm:pt modelId="{31948610-A69C-42E1-A5C8-DF193F95B024}" type="parTrans" cxnId="{6AD400D8-BE4B-4B65-AB9B-551116D7FDAF}">
      <dgm:prSet/>
      <dgm:spPr/>
      <dgm:t>
        <a:bodyPr/>
        <a:lstStyle/>
        <a:p>
          <a:endParaRPr lang="en-US"/>
        </a:p>
      </dgm:t>
    </dgm:pt>
    <dgm:pt modelId="{2E935D62-35BB-4FF8-B416-CA794C381EB4}" type="sibTrans" cxnId="{6AD400D8-BE4B-4B65-AB9B-551116D7FDAF}">
      <dgm:prSet/>
      <dgm:spPr/>
      <dgm:t>
        <a:bodyPr/>
        <a:lstStyle/>
        <a:p>
          <a:endParaRPr lang="en-US"/>
        </a:p>
      </dgm:t>
    </dgm:pt>
    <dgm:pt modelId="{930E6D8F-CCDA-456D-ADEE-EAC770E14E42}">
      <dgm:prSet/>
      <dgm:spPr/>
      <dgm:t>
        <a:bodyPr/>
        <a:lstStyle/>
        <a:p>
          <a:r>
            <a:rPr lang="en-US" b="0"/>
            <a:t>Rule Description: File added to /root directory</a:t>
          </a:r>
          <a:endParaRPr lang="en-US"/>
        </a:p>
      </dgm:t>
    </dgm:pt>
    <dgm:pt modelId="{B6A6D9D3-4124-4D31-B82E-E9B1BF496215}" type="parTrans" cxnId="{6E924A55-06D5-4A32-8B59-B09EC50DD18E}">
      <dgm:prSet/>
      <dgm:spPr/>
      <dgm:t>
        <a:bodyPr/>
        <a:lstStyle/>
        <a:p>
          <a:endParaRPr lang="en-US"/>
        </a:p>
      </dgm:t>
    </dgm:pt>
    <dgm:pt modelId="{B27C9920-E9F0-4BB4-90F7-5F936852DEE3}" type="sibTrans" cxnId="{6E924A55-06D5-4A32-8B59-B09EC50DD18E}">
      <dgm:prSet/>
      <dgm:spPr/>
      <dgm:t>
        <a:bodyPr/>
        <a:lstStyle/>
        <a:p>
          <a:endParaRPr lang="en-US"/>
        </a:p>
      </dgm:t>
    </dgm:pt>
    <dgm:pt modelId="{03ECF0FD-B585-4506-B929-547E26FFA2D7}">
      <dgm:prSet/>
      <dgm:spPr/>
      <dgm:t>
        <a:bodyPr/>
        <a:lstStyle/>
        <a:p>
          <a:r>
            <a:rPr lang="en-US" b="0"/>
            <a:t>FIM Event: added</a:t>
          </a:r>
          <a:endParaRPr lang="en-US"/>
        </a:p>
      </dgm:t>
    </dgm:pt>
    <dgm:pt modelId="{20FC4550-48B3-43EB-B410-968288326DBE}" type="parTrans" cxnId="{21570CD7-EBAF-4288-A809-6B42B3E76AED}">
      <dgm:prSet/>
      <dgm:spPr/>
      <dgm:t>
        <a:bodyPr/>
        <a:lstStyle/>
        <a:p>
          <a:endParaRPr lang="en-US"/>
        </a:p>
      </dgm:t>
    </dgm:pt>
    <dgm:pt modelId="{8B59A497-06ED-49AE-82B6-6C0FE10242C1}" type="sibTrans" cxnId="{21570CD7-EBAF-4288-A809-6B42B3E76AED}">
      <dgm:prSet/>
      <dgm:spPr/>
      <dgm:t>
        <a:bodyPr/>
        <a:lstStyle/>
        <a:p>
          <a:endParaRPr lang="en-US"/>
        </a:p>
      </dgm:t>
    </dgm:pt>
    <dgm:pt modelId="{45393D06-6599-4CD3-A77D-78D79B8DE7DE}">
      <dgm:prSet/>
      <dgm:spPr/>
      <dgm:t>
        <a:bodyPr/>
        <a:lstStyle/>
        <a:p>
          <a:r>
            <a:rPr lang="en-US" b="0"/>
            <a:t>Detection Mode: realtime</a:t>
          </a:r>
          <a:endParaRPr lang="en-US"/>
        </a:p>
      </dgm:t>
    </dgm:pt>
    <dgm:pt modelId="{41D28899-DAED-424D-A05B-59E45AF71A13}" type="parTrans" cxnId="{850196EF-2DAF-40D5-9244-32290516564C}">
      <dgm:prSet/>
      <dgm:spPr/>
      <dgm:t>
        <a:bodyPr/>
        <a:lstStyle/>
        <a:p>
          <a:endParaRPr lang="en-US"/>
        </a:p>
      </dgm:t>
    </dgm:pt>
    <dgm:pt modelId="{AB453404-1277-437C-A34F-EA4A3FAFD5E0}" type="sibTrans" cxnId="{850196EF-2DAF-40D5-9244-32290516564C}">
      <dgm:prSet/>
      <dgm:spPr/>
      <dgm:t>
        <a:bodyPr/>
        <a:lstStyle/>
        <a:p>
          <a:endParaRPr lang="en-US"/>
        </a:p>
      </dgm:t>
    </dgm:pt>
    <dgm:pt modelId="{DE02A5FB-E7C2-4063-BF54-2BF838516D73}">
      <dgm:prSet/>
      <dgm:spPr/>
      <dgm:t>
        <a:bodyPr/>
        <a:lstStyle/>
        <a:p>
          <a:r>
            <a:rPr lang="en-US" b="0"/>
            <a:t>The Wazuh event confirmed: File '/root/eicar.com' added</a:t>
          </a:r>
          <a:endParaRPr lang="en-US"/>
        </a:p>
      </dgm:t>
    </dgm:pt>
    <dgm:pt modelId="{08867EE1-79B6-49A6-89E6-EA4CA87BA43C}" type="parTrans" cxnId="{2E7C1CC9-A950-4720-BD69-146A69F29ED7}">
      <dgm:prSet/>
      <dgm:spPr/>
      <dgm:t>
        <a:bodyPr/>
        <a:lstStyle/>
        <a:p>
          <a:endParaRPr lang="en-US"/>
        </a:p>
      </dgm:t>
    </dgm:pt>
    <dgm:pt modelId="{AF447F47-4DE9-47F7-83E4-2733D2476D01}" type="sibTrans" cxnId="{2E7C1CC9-A950-4720-BD69-146A69F29ED7}">
      <dgm:prSet/>
      <dgm:spPr/>
      <dgm:t>
        <a:bodyPr/>
        <a:lstStyle/>
        <a:p>
          <a:endParaRPr lang="en-US"/>
        </a:p>
      </dgm:t>
    </dgm:pt>
    <dgm:pt modelId="{B93838A2-4F22-4440-B913-CEE6907E0B2C}" type="pres">
      <dgm:prSet presAssocID="{EBB51A8D-FC80-445D-98A6-004E5078B877}" presName="vert0" presStyleCnt="0">
        <dgm:presLayoutVars>
          <dgm:dir/>
          <dgm:animOne val="branch"/>
          <dgm:animLvl val="lvl"/>
        </dgm:presLayoutVars>
      </dgm:prSet>
      <dgm:spPr/>
    </dgm:pt>
    <dgm:pt modelId="{897449CA-E1FB-425A-9BFA-E4ABD6904E95}" type="pres">
      <dgm:prSet presAssocID="{E15F75FF-C410-4C79-A435-7213A84B2F31}" presName="thickLine" presStyleLbl="alignNode1" presStyleIdx="0" presStyleCnt="6"/>
      <dgm:spPr/>
    </dgm:pt>
    <dgm:pt modelId="{25EAE1FF-3B41-43DD-875E-4ABF2D707E47}" type="pres">
      <dgm:prSet presAssocID="{E15F75FF-C410-4C79-A435-7213A84B2F31}" presName="horz1" presStyleCnt="0"/>
      <dgm:spPr/>
    </dgm:pt>
    <dgm:pt modelId="{E3DAACF8-BDC9-4A82-BFF4-373509EB935D}" type="pres">
      <dgm:prSet presAssocID="{E15F75FF-C410-4C79-A435-7213A84B2F31}" presName="tx1" presStyleLbl="revTx" presStyleIdx="0" presStyleCnt="6"/>
      <dgm:spPr/>
    </dgm:pt>
    <dgm:pt modelId="{A829D335-334D-4EC2-B3E7-4EC3E90CC21D}" type="pres">
      <dgm:prSet presAssocID="{E15F75FF-C410-4C79-A435-7213A84B2F31}" presName="vert1" presStyleCnt="0"/>
      <dgm:spPr/>
    </dgm:pt>
    <dgm:pt modelId="{71AB9E0E-29F4-4BDC-A5E3-CA6E6D5E4C6B}" type="pres">
      <dgm:prSet presAssocID="{2062B131-C23F-48F8-B3C4-AD5B3920409B}" presName="thickLine" presStyleLbl="alignNode1" presStyleIdx="1" presStyleCnt="6"/>
      <dgm:spPr/>
    </dgm:pt>
    <dgm:pt modelId="{FE9AF7DB-C57E-4D23-8903-4EAC7BEDCCDA}" type="pres">
      <dgm:prSet presAssocID="{2062B131-C23F-48F8-B3C4-AD5B3920409B}" presName="horz1" presStyleCnt="0"/>
      <dgm:spPr/>
    </dgm:pt>
    <dgm:pt modelId="{E5FA0067-9AEE-4F69-B77D-3A1A043027D4}" type="pres">
      <dgm:prSet presAssocID="{2062B131-C23F-48F8-B3C4-AD5B3920409B}" presName="tx1" presStyleLbl="revTx" presStyleIdx="1" presStyleCnt="6"/>
      <dgm:spPr/>
    </dgm:pt>
    <dgm:pt modelId="{3F4CC017-21E3-4493-A20A-AE9F5CE25C89}" type="pres">
      <dgm:prSet presAssocID="{2062B131-C23F-48F8-B3C4-AD5B3920409B}" presName="vert1" presStyleCnt="0"/>
      <dgm:spPr/>
    </dgm:pt>
    <dgm:pt modelId="{0F9E5C7A-336D-4B5F-B50A-91BF5E5C9F8C}" type="pres">
      <dgm:prSet presAssocID="{930E6D8F-CCDA-456D-ADEE-EAC770E14E42}" presName="thickLine" presStyleLbl="alignNode1" presStyleIdx="2" presStyleCnt="6"/>
      <dgm:spPr/>
    </dgm:pt>
    <dgm:pt modelId="{F870646F-51A6-43B5-820B-853D6D9AB559}" type="pres">
      <dgm:prSet presAssocID="{930E6D8F-CCDA-456D-ADEE-EAC770E14E42}" presName="horz1" presStyleCnt="0"/>
      <dgm:spPr/>
    </dgm:pt>
    <dgm:pt modelId="{45C0B9C1-3CF5-4FBD-8604-E4D3CD704229}" type="pres">
      <dgm:prSet presAssocID="{930E6D8F-CCDA-456D-ADEE-EAC770E14E42}" presName="tx1" presStyleLbl="revTx" presStyleIdx="2" presStyleCnt="6"/>
      <dgm:spPr/>
    </dgm:pt>
    <dgm:pt modelId="{2505EB02-3056-4A06-8892-8FE81CC431DC}" type="pres">
      <dgm:prSet presAssocID="{930E6D8F-CCDA-456D-ADEE-EAC770E14E42}" presName="vert1" presStyleCnt="0"/>
      <dgm:spPr/>
    </dgm:pt>
    <dgm:pt modelId="{ACA4BA53-7848-4747-97C8-3EE505A7AA46}" type="pres">
      <dgm:prSet presAssocID="{03ECF0FD-B585-4506-B929-547E26FFA2D7}" presName="thickLine" presStyleLbl="alignNode1" presStyleIdx="3" presStyleCnt="6"/>
      <dgm:spPr/>
    </dgm:pt>
    <dgm:pt modelId="{08CE1512-C7CD-45B5-A53E-06BBA469B5D4}" type="pres">
      <dgm:prSet presAssocID="{03ECF0FD-B585-4506-B929-547E26FFA2D7}" presName="horz1" presStyleCnt="0"/>
      <dgm:spPr/>
    </dgm:pt>
    <dgm:pt modelId="{5BF6F1EB-8BFE-4673-A359-10ECA9B60CE9}" type="pres">
      <dgm:prSet presAssocID="{03ECF0FD-B585-4506-B929-547E26FFA2D7}" presName="tx1" presStyleLbl="revTx" presStyleIdx="3" presStyleCnt="6"/>
      <dgm:spPr/>
    </dgm:pt>
    <dgm:pt modelId="{69DBF7A5-0F7A-4F10-A6F1-F63491D986B5}" type="pres">
      <dgm:prSet presAssocID="{03ECF0FD-B585-4506-B929-547E26FFA2D7}" presName="vert1" presStyleCnt="0"/>
      <dgm:spPr/>
    </dgm:pt>
    <dgm:pt modelId="{06BB46FE-509D-43C1-8AC4-68E7FFE79879}" type="pres">
      <dgm:prSet presAssocID="{45393D06-6599-4CD3-A77D-78D79B8DE7DE}" presName="thickLine" presStyleLbl="alignNode1" presStyleIdx="4" presStyleCnt="6"/>
      <dgm:spPr/>
    </dgm:pt>
    <dgm:pt modelId="{FE59AF68-C6F0-413E-A6F3-84E0C766B756}" type="pres">
      <dgm:prSet presAssocID="{45393D06-6599-4CD3-A77D-78D79B8DE7DE}" presName="horz1" presStyleCnt="0"/>
      <dgm:spPr/>
    </dgm:pt>
    <dgm:pt modelId="{64B9AF47-837D-4325-810A-EF32814DE3A6}" type="pres">
      <dgm:prSet presAssocID="{45393D06-6599-4CD3-A77D-78D79B8DE7DE}" presName="tx1" presStyleLbl="revTx" presStyleIdx="4" presStyleCnt="6"/>
      <dgm:spPr/>
    </dgm:pt>
    <dgm:pt modelId="{78E9C072-CD9E-43F3-8443-921B3DC6D683}" type="pres">
      <dgm:prSet presAssocID="{45393D06-6599-4CD3-A77D-78D79B8DE7DE}" presName="vert1" presStyleCnt="0"/>
      <dgm:spPr/>
    </dgm:pt>
    <dgm:pt modelId="{8AE21C4A-FD94-4125-A4AE-3E5FC55DF3B6}" type="pres">
      <dgm:prSet presAssocID="{DE02A5FB-E7C2-4063-BF54-2BF838516D73}" presName="thickLine" presStyleLbl="alignNode1" presStyleIdx="5" presStyleCnt="6"/>
      <dgm:spPr/>
    </dgm:pt>
    <dgm:pt modelId="{AEADBB5F-3C3F-4B17-B823-304F6ACD81BF}" type="pres">
      <dgm:prSet presAssocID="{DE02A5FB-E7C2-4063-BF54-2BF838516D73}" presName="horz1" presStyleCnt="0"/>
      <dgm:spPr/>
    </dgm:pt>
    <dgm:pt modelId="{B8BB1FFC-5B15-4653-AEE3-0A28C046BDEE}" type="pres">
      <dgm:prSet presAssocID="{DE02A5FB-E7C2-4063-BF54-2BF838516D73}" presName="tx1" presStyleLbl="revTx" presStyleIdx="5" presStyleCnt="6"/>
      <dgm:spPr/>
    </dgm:pt>
    <dgm:pt modelId="{1E0CCC45-C3F3-4734-976D-5DDD3993AEAC}" type="pres">
      <dgm:prSet presAssocID="{DE02A5FB-E7C2-4063-BF54-2BF838516D73}" presName="vert1" presStyleCnt="0"/>
      <dgm:spPr/>
    </dgm:pt>
  </dgm:ptLst>
  <dgm:cxnLst>
    <dgm:cxn modelId="{86DF7849-C971-42DB-AED1-FAA570BE9B3D}" type="presOf" srcId="{EBB51A8D-FC80-445D-98A6-004E5078B877}" destId="{B93838A2-4F22-4440-B913-CEE6907E0B2C}" srcOrd="0" destOrd="0" presId="urn:microsoft.com/office/officeart/2008/layout/LinedList"/>
    <dgm:cxn modelId="{6E924A55-06D5-4A32-8B59-B09EC50DD18E}" srcId="{EBB51A8D-FC80-445D-98A6-004E5078B877}" destId="{930E6D8F-CCDA-456D-ADEE-EAC770E14E42}" srcOrd="2" destOrd="0" parTransId="{B6A6D9D3-4124-4D31-B82E-E9B1BF496215}" sibTransId="{B27C9920-E9F0-4BB4-90F7-5F936852DEE3}"/>
    <dgm:cxn modelId="{0AC15759-F84D-47BD-B0AA-6BBD7F6E7179}" srcId="{EBB51A8D-FC80-445D-98A6-004E5078B877}" destId="{E15F75FF-C410-4C79-A435-7213A84B2F31}" srcOrd="0" destOrd="0" parTransId="{38C5AB1C-C4B7-42BA-A841-0BF5A0F3C2F5}" sibTransId="{FB8FF85F-4D60-4E0D-9D80-87793B71F3EE}"/>
    <dgm:cxn modelId="{0E8A7383-BCCB-4976-B1B0-410F1211BE68}" type="presOf" srcId="{DE02A5FB-E7C2-4063-BF54-2BF838516D73}" destId="{B8BB1FFC-5B15-4653-AEE3-0A28C046BDEE}" srcOrd="0" destOrd="0" presId="urn:microsoft.com/office/officeart/2008/layout/LinedList"/>
    <dgm:cxn modelId="{767E1D9B-9FF8-4F60-BD91-BD578ECE84B2}" type="presOf" srcId="{03ECF0FD-B585-4506-B929-547E26FFA2D7}" destId="{5BF6F1EB-8BFE-4673-A359-10ECA9B60CE9}" srcOrd="0" destOrd="0" presId="urn:microsoft.com/office/officeart/2008/layout/LinedList"/>
    <dgm:cxn modelId="{E78991A9-48F4-4CA6-AEDC-D9D3E536AA91}" type="presOf" srcId="{930E6D8F-CCDA-456D-ADEE-EAC770E14E42}" destId="{45C0B9C1-3CF5-4FBD-8604-E4D3CD704229}" srcOrd="0" destOrd="0" presId="urn:microsoft.com/office/officeart/2008/layout/LinedList"/>
    <dgm:cxn modelId="{82FBFCAF-12C5-49EA-BFDD-42446451CDE5}" type="presOf" srcId="{2062B131-C23F-48F8-B3C4-AD5B3920409B}" destId="{E5FA0067-9AEE-4F69-B77D-3A1A043027D4}" srcOrd="0" destOrd="0" presId="urn:microsoft.com/office/officeart/2008/layout/LinedList"/>
    <dgm:cxn modelId="{9537B1C8-16CB-44C0-8C31-7AE20BCBEEF7}" type="presOf" srcId="{E15F75FF-C410-4C79-A435-7213A84B2F31}" destId="{E3DAACF8-BDC9-4A82-BFF4-373509EB935D}" srcOrd="0" destOrd="0" presId="urn:microsoft.com/office/officeart/2008/layout/LinedList"/>
    <dgm:cxn modelId="{2E7C1CC9-A950-4720-BD69-146A69F29ED7}" srcId="{EBB51A8D-FC80-445D-98A6-004E5078B877}" destId="{DE02A5FB-E7C2-4063-BF54-2BF838516D73}" srcOrd="5" destOrd="0" parTransId="{08867EE1-79B6-49A6-89E6-EA4CA87BA43C}" sibTransId="{AF447F47-4DE9-47F7-83E4-2733D2476D01}"/>
    <dgm:cxn modelId="{B78C2CCA-4861-4365-AB78-C851108345DF}" type="presOf" srcId="{45393D06-6599-4CD3-A77D-78D79B8DE7DE}" destId="{64B9AF47-837D-4325-810A-EF32814DE3A6}" srcOrd="0" destOrd="0" presId="urn:microsoft.com/office/officeart/2008/layout/LinedList"/>
    <dgm:cxn modelId="{21570CD7-EBAF-4288-A809-6B42B3E76AED}" srcId="{EBB51A8D-FC80-445D-98A6-004E5078B877}" destId="{03ECF0FD-B585-4506-B929-547E26FFA2D7}" srcOrd="3" destOrd="0" parTransId="{20FC4550-48B3-43EB-B410-968288326DBE}" sibTransId="{8B59A497-06ED-49AE-82B6-6C0FE10242C1}"/>
    <dgm:cxn modelId="{6AD400D8-BE4B-4B65-AB9B-551116D7FDAF}" srcId="{EBB51A8D-FC80-445D-98A6-004E5078B877}" destId="{2062B131-C23F-48F8-B3C4-AD5B3920409B}" srcOrd="1" destOrd="0" parTransId="{31948610-A69C-42E1-A5C8-DF193F95B024}" sibTransId="{2E935D62-35BB-4FF8-B416-CA794C381EB4}"/>
    <dgm:cxn modelId="{850196EF-2DAF-40D5-9244-32290516564C}" srcId="{EBB51A8D-FC80-445D-98A6-004E5078B877}" destId="{45393D06-6599-4CD3-A77D-78D79B8DE7DE}" srcOrd="4" destOrd="0" parTransId="{41D28899-DAED-424D-A05B-59E45AF71A13}" sibTransId="{AB453404-1277-437C-A34F-EA4A3FAFD5E0}"/>
    <dgm:cxn modelId="{A3BC3BC5-166C-4C28-9427-CEBBEDF29EE8}" type="presParOf" srcId="{B93838A2-4F22-4440-B913-CEE6907E0B2C}" destId="{897449CA-E1FB-425A-9BFA-E4ABD6904E95}" srcOrd="0" destOrd="0" presId="urn:microsoft.com/office/officeart/2008/layout/LinedList"/>
    <dgm:cxn modelId="{A7ECD002-8A33-457C-B170-0B367FB82588}" type="presParOf" srcId="{B93838A2-4F22-4440-B913-CEE6907E0B2C}" destId="{25EAE1FF-3B41-43DD-875E-4ABF2D707E47}" srcOrd="1" destOrd="0" presId="urn:microsoft.com/office/officeart/2008/layout/LinedList"/>
    <dgm:cxn modelId="{5CAE7A6D-9004-4116-B05C-51C87EB34292}" type="presParOf" srcId="{25EAE1FF-3B41-43DD-875E-4ABF2D707E47}" destId="{E3DAACF8-BDC9-4A82-BFF4-373509EB935D}" srcOrd="0" destOrd="0" presId="urn:microsoft.com/office/officeart/2008/layout/LinedList"/>
    <dgm:cxn modelId="{5DBB51DD-8344-4728-AB87-A799CCD95D09}" type="presParOf" srcId="{25EAE1FF-3B41-43DD-875E-4ABF2D707E47}" destId="{A829D335-334D-4EC2-B3E7-4EC3E90CC21D}" srcOrd="1" destOrd="0" presId="urn:microsoft.com/office/officeart/2008/layout/LinedList"/>
    <dgm:cxn modelId="{93196FB6-853C-4D91-831B-0C01F13BC766}" type="presParOf" srcId="{B93838A2-4F22-4440-B913-CEE6907E0B2C}" destId="{71AB9E0E-29F4-4BDC-A5E3-CA6E6D5E4C6B}" srcOrd="2" destOrd="0" presId="urn:microsoft.com/office/officeart/2008/layout/LinedList"/>
    <dgm:cxn modelId="{0DFBC6DF-A72B-4F06-9B63-8268BF317414}" type="presParOf" srcId="{B93838A2-4F22-4440-B913-CEE6907E0B2C}" destId="{FE9AF7DB-C57E-4D23-8903-4EAC7BEDCCDA}" srcOrd="3" destOrd="0" presId="urn:microsoft.com/office/officeart/2008/layout/LinedList"/>
    <dgm:cxn modelId="{3578118F-30C5-4CB8-BC72-8A9DC616A189}" type="presParOf" srcId="{FE9AF7DB-C57E-4D23-8903-4EAC7BEDCCDA}" destId="{E5FA0067-9AEE-4F69-B77D-3A1A043027D4}" srcOrd="0" destOrd="0" presId="urn:microsoft.com/office/officeart/2008/layout/LinedList"/>
    <dgm:cxn modelId="{34B439C6-0D1D-4119-9D95-CCF2ACD5B032}" type="presParOf" srcId="{FE9AF7DB-C57E-4D23-8903-4EAC7BEDCCDA}" destId="{3F4CC017-21E3-4493-A20A-AE9F5CE25C89}" srcOrd="1" destOrd="0" presId="urn:microsoft.com/office/officeart/2008/layout/LinedList"/>
    <dgm:cxn modelId="{6A45AFFB-5517-4FF3-B0C6-930D9D3AD34A}" type="presParOf" srcId="{B93838A2-4F22-4440-B913-CEE6907E0B2C}" destId="{0F9E5C7A-336D-4B5F-B50A-91BF5E5C9F8C}" srcOrd="4" destOrd="0" presId="urn:microsoft.com/office/officeart/2008/layout/LinedList"/>
    <dgm:cxn modelId="{78BC2665-68C8-4118-8610-87332DEB0521}" type="presParOf" srcId="{B93838A2-4F22-4440-B913-CEE6907E0B2C}" destId="{F870646F-51A6-43B5-820B-853D6D9AB559}" srcOrd="5" destOrd="0" presId="urn:microsoft.com/office/officeart/2008/layout/LinedList"/>
    <dgm:cxn modelId="{2EE47E46-E0E1-4B81-B4FE-B2FEE8618CFF}" type="presParOf" srcId="{F870646F-51A6-43B5-820B-853D6D9AB559}" destId="{45C0B9C1-3CF5-4FBD-8604-E4D3CD704229}" srcOrd="0" destOrd="0" presId="urn:microsoft.com/office/officeart/2008/layout/LinedList"/>
    <dgm:cxn modelId="{07441998-440E-43EB-AF00-2E83F9453E30}" type="presParOf" srcId="{F870646F-51A6-43B5-820B-853D6D9AB559}" destId="{2505EB02-3056-4A06-8892-8FE81CC431DC}" srcOrd="1" destOrd="0" presId="urn:microsoft.com/office/officeart/2008/layout/LinedList"/>
    <dgm:cxn modelId="{AD0BFA9A-CEEA-4F06-9F88-298A3D521C34}" type="presParOf" srcId="{B93838A2-4F22-4440-B913-CEE6907E0B2C}" destId="{ACA4BA53-7848-4747-97C8-3EE505A7AA46}" srcOrd="6" destOrd="0" presId="urn:microsoft.com/office/officeart/2008/layout/LinedList"/>
    <dgm:cxn modelId="{2BFF4C29-C32B-4F80-866C-0D0DFB8AA3AB}" type="presParOf" srcId="{B93838A2-4F22-4440-B913-CEE6907E0B2C}" destId="{08CE1512-C7CD-45B5-A53E-06BBA469B5D4}" srcOrd="7" destOrd="0" presId="urn:microsoft.com/office/officeart/2008/layout/LinedList"/>
    <dgm:cxn modelId="{B2D981AF-E5EC-49B9-B079-21289B468FC8}" type="presParOf" srcId="{08CE1512-C7CD-45B5-A53E-06BBA469B5D4}" destId="{5BF6F1EB-8BFE-4673-A359-10ECA9B60CE9}" srcOrd="0" destOrd="0" presId="urn:microsoft.com/office/officeart/2008/layout/LinedList"/>
    <dgm:cxn modelId="{25AA2DAA-1A9E-4F64-8CD7-63A47DF88874}" type="presParOf" srcId="{08CE1512-C7CD-45B5-A53E-06BBA469B5D4}" destId="{69DBF7A5-0F7A-4F10-A6F1-F63491D986B5}" srcOrd="1" destOrd="0" presId="urn:microsoft.com/office/officeart/2008/layout/LinedList"/>
    <dgm:cxn modelId="{6DCF8515-1BA3-4A16-857D-B97F8A693512}" type="presParOf" srcId="{B93838A2-4F22-4440-B913-CEE6907E0B2C}" destId="{06BB46FE-509D-43C1-8AC4-68E7FFE79879}" srcOrd="8" destOrd="0" presId="urn:microsoft.com/office/officeart/2008/layout/LinedList"/>
    <dgm:cxn modelId="{2B63BC9F-1992-4A97-B007-A4E20C8E4C64}" type="presParOf" srcId="{B93838A2-4F22-4440-B913-CEE6907E0B2C}" destId="{FE59AF68-C6F0-413E-A6F3-84E0C766B756}" srcOrd="9" destOrd="0" presId="urn:microsoft.com/office/officeart/2008/layout/LinedList"/>
    <dgm:cxn modelId="{40150492-4DF2-440C-B3F4-F09E8417F3AC}" type="presParOf" srcId="{FE59AF68-C6F0-413E-A6F3-84E0C766B756}" destId="{64B9AF47-837D-4325-810A-EF32814DE3A6}" srcOrd="0" destOrd="0" presId="urn:microsoft.com/office/officeart/2008/layout/LinedList"/>
    <dgm:cxn modelId="{102CD9B4-CA7C-4CD0-88A9-E5D878C0E140}" type="presParOf" srcId="{FE59AF68-C6F0-413E-A6F3-84E0C766B756}" destId="{78E9C072-CD9E-43F3-8443-921B3DC6D683}" srcOrd="1" destOrd="0" presId="urn:microsoft.com/office/officeart/2008/layout/LinedList"/>
    <dgm:cxn modelId="{760B1347-99BB-40F3-87BE-2FF862BA44B9}" type="presParOf" srcId="{B93838A2-4F22-4440-B913-CEE6907E0B2C}" destId="{8AE21C4A-FD94-4125-A4AE-3E5FC55DF3B6}" srcOrd="10" destOrd="0" presId="urn:microsoft.com/office/officeart/2008/layout/LinedList"/>
    <dgm:cxn modelId="{5ADD8CB1-22D8-4479-8DB1-04D8987A7E67}" type="presParOf" srcId="{B93838A2-4F22-4440-B913-CEE6907E0B2C}" destId="{AEADBB5F-3C3F-4B17-B823-304F6ACD81BF}" srcOrd="11" destOrd="0" presId="urn:microsoft.com/office/officeart/2008/layout/LinedList"/>
    <dgm:cxn modelId="{92EA584A-083F-4A73-A727-42BA45F0CBE1}" type="presParOf" srcId="{AEADBB5F-3C3F-4B17-B823-304F6ACD81BF}" destId="{B8BB1FFC-5B15-4653-AEE3-0A28C046BDEE}" srcOrd="0" destOrd="0" presId="urn:microsoft.com/office/officeart/2008/layout/LinedList"/>
    <dgm:cxn modelId="{E5EBB581-4762-4AB7-B38E-A2DC01DF0C4C}" type="presParOf" srcId="{AEADBB5F-3C3F-4B17-B823-304F6ACD81BF}" destId="{1E0CCC45-C3F3-4734-976D-5DDD3993AEAC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72C788F7-0221-47F1-BF16-2290CDBEBEB5}" type="doc">
      <dgm:prSet loTypeId="urn:microsoft.com/office/officeart/2005/8/layout/vProcess5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37D101CF-D249-47D3-B97E-2F791493CBA3}">
      <dgm:prSet/>
      <dgm:spPr/>
      <dgm:t>
        <a:bodyPr/>
        <a:lstStyle/>
        <a:p>
          <a:r>
            <a:rPr lang="en-US" b="0"/>
            <a:t>The remediation was successfully verified. The /root/eicar.com file was no longer present on the Ubuntu endpoint following execution of Wazuh's Active Response.</a:t>
          </a:r>
          <a:endParaRPr lang="en-US"/>
        </a:p>
      </dgm:t>
    </dgm:pt>
    <dgm:pt modelId="{B65D2882-42B8-49EE-B12E-AFC3A3440D89}" type="parTrans" cxnId="{C55628C8-A73E-4118-8132-F02E9C520309}">
      <dgm:prSet/>
      <dgm:spPr/>
      <dgm:t>
        <a:bodyPr/>
        <a:lstStyle/>
        <a:p>
          <a:endParaRPr lang="en-US"/>
        </a:p>
      </dgm:t>
    </dgm:pt>
    <dgm:pt modelId="{170DD7C5-2872-4170-B232-021116454259}" type="sibTrans" cxnId="{C55628C8-A73E-4118-8132-F02E9C520309}">
      <dgm:prSet/>
      <dgm:spPr/>
      <dgm:t>
        <a:bodyPr/>
        <a:lstStyle/>
        <a:p>
          <a:endParaRPr lang="en-US"/>
        </a:p>
      </dgm:t>
    </dgm:pt>
    <dgm:pt modelId="{0B6802DB-BBAB-4790-A45B-C74F726E5A83}">
      <dgm:prSet/>
      <dgm:spPr/>
      <dgm:t>
        <a:bodyPr/>
        <a:lstStyle/>
        <a:p>
          <a:r>
            <a:rPr lang="en-US" b="0"/>
            <a:t>The Ubuntu agent remained active and connected to the Wazuh manager after remediation. </a:t>
          </a:r>
          <a:endParaRPr lang="en-US"/>
        </a:p>
      </dgm:t>
    </dgm:pt>
    <dgm:pt modelId="{77D3FA94-51A4-4F83-A715-5067BC24A3FB}" type="parTrans" cxnId="{82CB2952-8361-4301-A4E9-A8F2DD307BD5}">
      <dgm:prSet/>
      <dgm:spPr/>
      <dgm:t>
        <a:bodyPr/>
        <a:lstStyle/>
        <a:p>
          <a:endParaRPr lang="en-US"/>
        </a:p>
      </dgm:t>
    </dgm:pt>
    <dgm:pt modelId="{C9CA601D-C96E-483D-AFC5-9D85A2458303}" type="sibTrans" cxnId="{82CB2952-8361-4301-A4E9-A8F2DD307BD5}">
      <dgm:prSet/>
      <dgm:spPr/>
      <dgm:t>
        <a:bodyPr/>
        <a:lstStyle/>
        <a:p>
          <a:endParaRPr lang="en-US"/>
        </a:p>
      </dgm:t>
    </dgm:pt>
    <dgm:pt modelId="{B6377F7F-5A8F-451A-8AE5-C5F8D719588C}">
      <dgm:prSet/>
      <dgm:spPr/>
      <dgm:t>
        <a:bodyPr/>
        <a:lstStyle/>
        <a:p>
          <a:r>
            <a:rPr lang="en-US" b="0"/>
            <a:t>Wazuh's event history confirmed the successful execution of remove-threat.sh and deletion of the file, with no subsequent EICAR-related detection observed after the removal event.</a:t>
          </a:r>
          <a:endParaRPr lang="en-US"/>
        </a:p>
      </dgm:t>
    </dgm:pt>
    <dgm:pt modelId="{DE56D6DC-0296-415D-9A03-AADF978ED51A}" type="parTrans" cxnId="{DF2F50FE-A8C4-47B0-8AED-4CA09D54ECAC}">
      <dgm:prSet/>
      <dgm:spPr/>
      <dgm:t>
        <a:bodyPr/>
        <a:lstStyle/>
        <a:p>
          <a:endParaRPr lang="en-US"/>
        </a:p>
      </dgm:t>
    </dgm:pt>
    <dgm:pt modelId="{A2F825A1-748A-43DC-B5E4-6B6AD5119A5B}" type="sibTrans" cxnId="{DF2F50FE-A8C4-47B0-8AED-4CA09D54ECAC}">
      <dgm:prSet/>
      <dgm:spPr/>
      <dgm:t>
        <a:bodyPr/>
        <a:lstStyle/>
        <a:p>
          <a:endParaRPr lang="en-US"/>
        </a:p>
      </dgm:t>
    </dgm:pt>
    <dgm:pt modelId="{4BB0FB66-512D-4498-A4BE-ED23E2E60F51}" type="pres">
      <dgm:prSet presAssocID="{72C788F7-0221-47F1-BF16-2290CDBEBEB5}" presName="outerComposite" presStyleCnt="0">
        <dgm:presLayoutVars>
          <dgm:chMax val="5"/>
          <dgm:dir/>
          <dgm:resizeHandles val="exact"/>
        </dgm:presLayoutVars>
      </dgm:prSet>
      <dgm:spPr/>
    </dgm:pt>
    <dgm:pt modelId="{F494DC91-7BAE-472F-9AFE-A893BEB14808}" type="pres">
      <dgm:prSet presAssocID="{72C788F7-0221-47F1-BF16-2290CDBEBEB5}" presName="dummyMaxCanvas" presStyleCnt="0">
        <dgm:presLayoutVars/>
      </dgm:prSet>
      <dgm:spPr/>
    </dgm:pt>
    <dgm:pt modelId="{DB849E99-72BF-438D-BC54-2A4CDF74A79A}" type="pres">
      <dgm:prSet presAssocID="{72C788F7-0221-47F1-BF16-2290CDBEBEB5}" presName="ThreeNodes_1" presStyleLbl="node1" presStyleIdx="0" presStyleCnt="3">
        <dgm:presLayoutVars>
          <dgm:bulletEnabled val="1"/>
        </dgm:presLayoutVars>
      </dgm:prSet>
      <dgm:spPr/>
    </dgm:pt>
    <dgm:pt modelId="{BA8070F1-F4A1-4D41-8F4B-D375B36D7BF7}" type="pres">
      <dgm:prSet presAssocID="{72C788F7-0221-47F1-BF16-2290CDBEBEB5}" presName="ThreeNodes_2" presStyleLbl="node1" presStyleIdx="1" presStyleCnt="3">
        <dgm:presLayoutVars>
          <dgm:bulletEnabled val="1"/>
        </dgm:presLayoutVars>
      </dgm:prSet>
      <dgm:spPr/>
    </dgm:pt>
    <dgm:pt modelId="{A094F9B7-F836-4844-BD79-5731DE73CABF}" type="pres">
      <dgm:prSet presAssocID="{72C788F7-0221-47F1-BF16-2290CDBEBEB5}" presName="ThreeNodes_3" presStyleLbl="node1" presStyleIdx="2" presStyleCnt="3">
        <dgm:presLayoutVars>
          <dgm:bulletEnabled val="1"/>
        </dgm:presLayoutVars>
      </dgm:prSet>
      <dgm:spPr/>
    </dgm:pt>
    <dgm:pt modelId="{E2D8614A-A71B-480B-9020-61F7AA212DB5}" type="pres">
      <dgm:prSet presAssocID="{72C788F7-0221-47F1-BF16-2290CDBEBEB5}" presName="ThreeConn_1-2" presStyleLbl="fgAccFollowNode1" presStyleIdx="0" presStyleCnt="2">
        <dgm:presLayoutVars>
          <dgm:bulletEnabled val="1"/>
        </dgm:presLayoutVars>
      </dgm:prSet>
      <dgm:spPr/>
    </dgm:pt>
    <dgm:pt modelId="{AA0AEFBE-5706-497E-A395-DB8CD287FC89}" type="pres">
      <dgm:prSet presAssocID="{72C788F7-0221-47F1-BF16-2290CDBEBEB5}" presName="ThreeConn_2-3" presStyleLbl="fgAccFollowNode1" presStyleIdx="1" presStyleCnt="2">
        <dgm:presLayoutVars>
          <dgm:bulletEnabled val="1"/>
        </dgm:presLayoutVars>
      </dgm:prSet>
      <dgm:spPr/>
    </dgm:pt>
    <dgm:pt modelId="{3B92065E-19CC-4BF9-9AA8-234D2FC2421A}" type="pres">
      <dgm:prSet presAssocID="{72C788F7-0221-47F1-BF16-2290CDBEBEB5}" presName="ThreeNodes_1_text" presStyleLbl="node1" presStyleIdx="2" presStyleCnt="3">
        <dgm:presLayoutVars>
          <dgm:bulletEnabled val="1"/>
        </dgm:presLayoutVars>
      </dgm:prSet>
      <dgm:spPr/>
    </dgm:pt>
    <dgm:pt modelId="{DDACFFEA-A325-44DC-8E3B-375DD4CC019C}" type="pres">
      <dgm:prSet presAssocID="{72C788F7-0221-47F1-BF16-2290CDBEBEB5}" presName="ThreeNodes_2_text" presStyleLbl="node1" presStyleIdx="2" presStyleCnt="3">
        <dgm:presLayoutVars>
          <dgm:bulletEnabled val="1"/>
        </dgm:presLayoutVars>
      </dgm:prSet>
      <dgm:spPr/>
    </dgm:pt>
    <dgm:pt modelId="{3EE4A2DD-1B38-4977-9C9F-8717C2F3E4E8}" type="pres">
      <dgm:prSet presAssocID="{72C788F7-0221-47F1-BF16-2290CDBEBEB5}" presName="ThreeNodes_3_text" presStyleLbl="node1" presStyleIdx="2" presStyleCnt="3">
        <dgm:presLayoutVars>
          <dgm:bulletEnabled val="1"/>
        </dgm:presLayoutVars>
      </dgm:prSet>
      <dgm:spPr/>
    </dgm:pt>
  </dgm:ptLst>
  <dgm:cxnLst>
    <dgm:cxn modelId="{A661820F-432F-4EBD-8AF5-D539357866AA}" type="presOf" srcId="{0B6802DB-BBAB-4790-A45B-C74F726E5A83}" destId="{DDACFFEA-A325-44DC-8E3B-375DD4CC019C}" srcOrd="1" destOrd="0" presId="urn:microsoft.com/office/officeart/2005/8/layout/vProcess5"/>
    <dgm:cxn modelId="{AF5A761B-476A-4038-AC0E-0BF07A128425}" type="presOf" srcId="{37D101CF-D249-47D3-B97E-2F791493CBA3}" destId="{3B92065E-19CC-4BF9-9AA8-234D2FC2421A}" srcOrd="1" destOrd="0" presId="urn:microsoft.com/office/officeart/2005/8/layout/vProcess5"/>
    <dgm:cxn modelId="{6586CF39-7C70-4D4A-B434-4D8630D53E11}" type="presOf" srcId="{170DD7C5-2872-4170-B232-021116454259}" destId="{E2D8614A-A71B-480B-9020-61F7AA212DB5}" srcOrd="0" destOrd="0" presId="urn:microsoft.com/office/officeart/2005/8/layout/vProcess5"/>
    <dgm:cxn modelId="{82CB2952-8361-4301-A4E9-A8F2DD307BD5}" srcId="{72C788F7-0221-47F1-BF16-2290CDBEBEB5}" destId="{0B6802DB-BBAB-4790-A45B-C74F726E5A83}" srcOrd="1" destOrd="0" parTransId="{77D3FA94-51A4-4F83-A715-5067BC24A3FB}" sibTransId="{C9CA601D-C96E-483D-AFC5-9D85A2458303}"/>
    <dgm:cxn modelId="{C8D46053-C5A8-4AB3-A741-1C3EB5481D7E}" type="presOf" srcId="{72C788F7-0221-47F1-BF16-2290CDBEBEB5}" destId="{4BB0FB66-512D-4498-A4BE-ED23E2E60F51}" srcOrd="0" destOrd="0" presId="urn:microsoft.com/office/officeart/2005/8/layout/vProcess5"/>
    <dgm:cxn modelId="{00AF777C-BFC8-4719-9F19-B2ED5E8B8854}" type="presOf" srcId="{B6377F7F-5A8F-451A-8AE5-C5F8D719588C}" destId="{3EE4A2DD-1B38-4977-9C9F-8717C2F3E4E8}" srcOrd="1" destOrd="0" presId="urn:microsoft.com/office/officeart/2005/8/layout/vProcess5"/>
    <dgm:cxn modelId="{072A82B0-30AC-40DB-9BEB-9AA745629301}" type="presOf" srcId="{37D101CF-D249-47D3-B97E-2F791493CBA3}" destId="{DB849E99-72BF-438D-BC54-2A4CDF74A79A}" srcOrd="0" destOrd="0" presId="urn:microsoft.com/office/officeart/2005/8/layout/vProcess5"/>
    <dgm:cxn modelId="{60BAB8B3-B510-4C93-8319-4C4E585B256B}" type="presOf" srcId="{C9CA601D-C96E-483D-AFC5-9D85A2458303}" destId="{AA0AEFBE-5706-497E-A395-DB8CD287FC89}" srcOrd="0" destOrd="0" presId="urn:microsoft.com/office/officeart/2005/8/layout/vProcess5"/>
    <dgm:cxn modelId="{CA5C61B4-4351-487A-85E0-9097A20DC675}" type="presOf" srcId="{0B6802DB-BBAB-4790-A45B-C74F726E5A83}" destId="{BA8070F1-F4A1-4D41-8F4B-D375B36D7BF7}" srcOrd="0" destOrd="0" presId="urn:microsoft.com/office/officeart/2005/8/layout/vProcess5"/>
    <dgm:cxn modelId="{C55628C8-A73E-4118-8132-F02E9C520309}" srcId="{72C788F7-0221-47F1-BF16-2290CDBEBEB5}" destId="{37D101CF-D249-47D3-B97E-2F791493CBA3}" srcOrd="0" destOrd="0" parTransId="{B65D2882-42B8-49EE-B12E-AFC3A3440D89}" sibTransId="{170DD7C5-2872-4170-B232-021116454259}"/>
    <dgm:cxn modelId="{90ED81E4-0EF5-47AC-B236-60C646079584}" type="presOf" srcId="{B6377F7F-5A8F-451A-8AE5-C5F8D719588C}" destId="{A094F9B7-F836-4844-BD79-5731DE73CABF}" srcOrd="0" destOrd="0" presId="urn:microsoft.com/office/officeart/2005/8/layout/vProcess5"/>
    <dgm:cxn modelId="{DF2F50FE-A8C4-47B0-8AED-4CA09D54ECAC}" srcId="{72C788F7-0221-47F1-BF16-2290CDBEBEB5}" destId="{B6377F7F-5A8F-451A-8AE5-C5F8D719588C}" srcOrd="2" destOrd="0" parTransId="{DE56D6DC-0296-415D-9A03-AADF978ED51A}" sibTransId="{A2F825A1-748A-43DC-B5E4-6B6AD5119A5B}"/>
    <dgm:cxn modelId="{15CCCB8E-0F98-44C5-80D8-D0D612708C79}" type="presParOf" srcId="{4BB0FB66-512D-4498-A4BE-ED23E2E60F51}" destId="{F494DC91-7BAE-472F-9AFE-A893BEB14808}" srcOrd="0" destOrd="0" presId="urn:microsoft.com/office/officeart/2005/8/layout/vProcess5"/>
    <dgm:cxn modelId="{D392497B-96D6-44CB-ADEF-3D5A7E8AC673}" type="presParOf" srcId="{4BB0FB66-512D-4498-A4BE-ED23E2E60F51}" destId="{DB849E99-72BF-438D-BC54-2A4CDF74A79A}" srcOrd="1" destOrd="0" presId="urn:microsoft.com/office/officeart/2005/8/layout/vProcess5"/>
    <dgm:cxn modelId="{012EDE41-5B0C-4E17-8CCB-96C92ED8D49D}" type="presParOf" srcId="{4BB0FB66-512D-4498-A4BE-ED23E2E60F51}" destId="{BA8070F1-F4A1-4D41-8F4B-D375B36D7BF7}" srcOrd="2" destOrd="0" presId="urn:microsoft.com/office/officeart/2005/8/layout/vProcess5"/>
    <dgm:cxn modelId="{01204BCC-5B6C-4A64-984C-9A88AF0C1581}" type="presParOf" srcId="{4BB0FB66-512D-4498-A4BE-ED23E2E60F51}" destId="{A094F9B7-F836-4844-BD79-5731DE73CABF}" srcOrd="3" destOrd="0" presId="urn:microsoft.com/office/officeart/2005/8/layout/vProcess5"/>
    <dgm:cxn modelId="{804D8D0B-FCC1-418F-8EDF-BE5D09C00A09}" type="presParOf" srcId="{4BB0FB66-512D-4498-A4BE-ED23E2E60F51}" destId="{E2D8614A-A71B-480B-9020-61F7AA212DB5}" srcOrd="4" destOrd="0" presId="urn:microsoft.com/office/officeart/2005/8/layout/vProcess5"/>
    <dgm:cxn modelId="{2206CBFD-8736-4347-A38B-ECADAD39050D}" type="presParOf" srcId="{4BB0FB66-512D-4498-A4BE-ED23E2E60F51}" destId="{AA0AEFBE-5706-497E-A395-DB8CD287FC89}" srcOrd="5" destOrd="0" presId="urn:microsoft.com/office/officeart/2005/8/layout/vProcess5"/>
    <dgm:cxn modelId="{6B17300E-3886-45C0-A6A4-82006B99C43B}" type="presParOf" srcId="{4BB0FB66-512D-4498-A4BE-ED23E2E60F51}" destId="{3B92065E-19CC-4BF9-9AA8-234D2FC2421A}" srcOrd="6" destOrd="0" presId="urn:microsoft.com/office/officeart/2005/8/layout/vProcess5"/>
    <dgm:cxn modelId="{B9FC3479-D07E-45D5-96F5-E0FC3DC377AD}" type="presParOf" srcId="{4BB0FB66-512D-4498-A4BE-ED23E2E60F51}" destId="{DDACFFEA-A325-44DC-8E3B-375DD4CC019C}" srcOrd="7" destOrd="0" presId="urn:microsoft.com/office/officeart/2005/8/layout/vProcess5"/>
    <dgm:cxn modelId="{045450E4-0ED5-4760-831A-1C0ADCB3EA24}" type="presParOf" srcId="{4BB0FB66-512D-4498-A4BE-ED23E2E60F51}" destId="{3EE4A2DD-1B38-4977-9C9F-8717C2F3E4E8}" srcOrd="8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94DEFD4-4020-4686-8E64-D10B9553B32F}">
      <dsp:nvSpPr>
        <dsp:cNvPr id="0" name=""/>
        <dsp:cNvSpPr/>
      </dsp:nvSpPr>
      <dsp:spPr>
        <a:xfrm>
          <a:off x="0" y="531"/>
          <a:ext cx="7886700" cy="1243280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2C46163-CBE7-4B71-9730-176DF4074E52}">
      <dsp:nvSpPr>
        <dsp:cNvPr id="0" name=""/>
        <dsp:cNvSpPr/>
      </dsp:nvSpPr>
      <dsp:spPr>
        <a:xfrm>
          <a:off x="376092" y="280269"/>
          <a:ext cx="683804" cy="6838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079767E-42E2-4195-8A54-C05020B057CE}">
      <dsp:nvSpPr>
        <dsp:cNvPr id="0" name=""/>
        <dsp:cNvSpPr/>
      </dsp:nvSpPr>
      <dsp:spPr>
        <a:xfrm>
          <a:off x="1435988" y="531"/>
          <a:ext cx="64507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1.  Create a new user account</a:t>
          </a:r>
          <a:br>
            <a:rPr lang="en-US" sz="2300" b="1" kern="1200"/>
          </a:br>
          <a:r>
            <a:rPr lang="en-US" sz="2300" kern="1200"/>
            <a:t>sudo useradd -m capstone_project &amp;&amp; sudo passwd -d capstone_project</a:t>
          </a:r>
        </a:p>
      </dsp:txBody>
      <dsp:txXfrm>
        <a:off x="1435988" y="531"/>
        <a:ext cx="6450711" cy="1243280"/>
      </dsp:txXfrm>
    </dsp:sp>
    <dsp:sp modelId="{C62E4D5F-7E44-4B0A-AC90-5096BB2328F7}">
      <dsp:nvSpPr>
        <dsp:cNvPr id="0" name=""/>
        <dsp:cNvSpPr/>
      </dsp:nvSpPr>
      <dsp:spPr>
        <a:xfrm>
          <a:off x="0" y="1554631"/>
          <a:ext cx="7886700" cy="1243280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213DAE8-3BF1-41BE-800E-AC6A050349EC}">
      <dsp:nvSpPr>
        <dsp:cNvPr id="0" name=""/>
        <dsp:cNvSpPr/>
      </dsp:nvSpPr>
      <dsp:spPr>
        <a:xfrm>
          <a:off x="376092" y="1834369"/>
          <a:ext cx="683804" cy="6838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8F1F5F-584F-4B82-89C2-5511162BAF56}">
      <dsp:nvSpPr>
        <dsp:cNvPr id="0" name=""/>
        <dsp:cNvSpPr/>
      </dsp:nvSpPr>
      <dsp:spPr>
        <a:xfrm>
          <a:off x="1435988" y="1554631"/>
          <a:ext cx="64507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2.  Execute a privileged command</a:t>
          </a:r>
          <a:br>
            <a:rPr lang="en-US" sz="2300" b="1" kern="1200"/>
          </a:br>
          <a:r>
            <a:rPr lang="en-US" sz="2300" kern="1200"/>
            <a:t>sudo id</a:t>
          </a:r>
        </a:p>
      </dsp:txBody>
      <dsp:txXfrm>
        <a:off x="1435988" y="1554631"/>
        <a:ext cx="6450711" cy="1243280"/>
      </dsp:txXfrm>
    </dsp:sp>
    <dsp:sp modelId="{1B251239-80D2-4590-9D5E-105DF6C0C266}">
      <dsp:nvSpPr>
        <dsp:cNvPr id="0" name=""/>
        <dsp:cNvSpPr/>
      </dsp:nvSpPr>
      <dsp:spPr>
        <a:xfrm>
          <a:off x="0" y="3108732"/>
          <a:ext cx="7886700" cy="1243280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0E4B902-6ED9-49AA-B7D7-C3777D817220}">
      <dsp:nvSpPr>
        <dsp:cNvPr id="0" name=""/>
        <dsp:cNvSpPr/>
      </dsp:nvSpPr>
      <dsp:spPr>
        <a:xfrm>
          <a:off x="376092" y="3388470"/>
          <a:ext cx="683804" cy="683804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C8BEE12-FFD3-4C7D-919E-419021E96028}">
      <dsp:nvSpPr>
        <dsp:cNvPr id="0" name=""/>
        <dsp:cNvSpPr/>
      </dsp:nvSpPr>
      <dsp:spPr>
        <a:xfrm>
          <a:off x="1435988" y="3108732"/>
          <a:ext cx="6450711" cy="124328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581" tIns="131581" rIns="131581" bIns="13158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/>
            <a:t>3.  Modify the /etc/hosts file</a:t>
          </a:r>
          <a:br>
            <a:rPr lang="en-US" sz="2300" b="1" kern="1200"/>
          </a:br>
          <a:r>
            <a:rPr lang="en-US" sz="2300" kern="1200"/>
            <a:t>sudo sh -c 'echo "# SOC-LAB" &gt;&gt; /etc/hosts'</a:t>
          </a:r>
        </a:p>
      </dsp:txBody>
      <dsp:txXfrm>
        <a:off x="1435988" y="3108732"/>
        <a:ext cx="6450711" cy="124328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180FBE-35FF-4187-AA44-6F5EE5A561E5}">
      <dsp:nvSpPr>
        <dsp:cNvPr id="0" name=""/>
        <dsp:cNvSpPr/>
      </dsp:nvSpPr>
      <dsp:spPr>
        <a:xfrm>
          <a:off x="2233904" y="601"/>
          <a:ext cx="3023510" cy="19199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8D9CF2A-8E13-444C-A76A-B29698D06871}">
      <dsp:nvSpPr>
        <dsp:cNvPr id="0" name=""/>
        <dsp:cNvSpPr/>
      </dsp:nvSpPr>
      <dsp:spPr>
        <a:xfrm>
          <a:off x="2569849" y="319749"/>
          <a:ext cx="3023510" cy="1919928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b="1" kern="1200" dirty="0"/>
            <a:t>Activity</a:t>
          </a:r>
          <a:r>
            <a:rPr lang="en-US" sz="2300" b="0" kern="1200" dirty="0"/>
            <a:t>:   </a:t>
          </a:r>
          <a:r>
            <a:rPr lang="en-US" sz="2300" b="0" kern="1200" dirty="0" err="1"/>
            <a:t>sudo</a:t>
          </a:r>
          <a:r>
            <a:rPr lang="en-US" sz="2300" b="0" kern="1200" dirty="0"/>
            <a:t> </a:t>
          </a:r>
          <a:r>
            <a:rPr lang="en-US" sz="2300" b="0" kern="1200" dirty="0" err="1"/>
            <a:t>useradd</a:t>
          </a:r>
          <a:r>
            <a:rPr lang="en-US" sz="2300" b="0" kern="1200" dirty="0"/>
            <a:t> -m </a:t>
          </a:r>
          <a:r>
            <a:rPr lang="en-US" sz="2300" b="0" kern="1200" dirty="0" err="1"/>
            <a:t>capstone_project</a:t>
          </a:r>
          <a:r>
            <a:rPr lang="en-US" sz="2300" b="0" kern="1200" dirty="0"/>
            <a:t> &amp;&amp; </a:t>
          </a:r>
          <a:r>
            <a:rPr lang="en-US" sz="2300" b="0" kern="1200" dirty="0" err="1"/>
            <a:t>sudo</a:t>
          </a:r>
          <a:r>
            <a:rPr lang="en-US" sz="2300" b="0" kern="1200" dirty="0"/>
            <a:t> passwd -d </a:t>
          </a:r>
          <a:r>
            <a:rPr lang="en-US" sz="2300" b="0" kern="1200" dirty="0" err="1"/>
            <a:t>capstone_project</a:t>
          </a:r>
          <a:endParaRPr lang="en-US" sz="2300" kern="1200" dirty="0"/>
        </a:p>
      </dsp:txBody>
      <dsp:txXfrm>
        <a:off x="2626082" y="375982"/>
        <a:ext cx="2911044" cy="180746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6D8D110-1A0F-4447-8461-2DF2D82F0013}">
      <dsp:nvSpPr>
        <dsp:cNvPr id="0" name=""/>
        <dsp:cNvSpPr/>
      </dsp:nvSpPr>
      <dsp:spPr>
        <a:xfrm>
          <a:off x="0" y="531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A84744-EEA4-4EC2-A00B-7D801F5C97D1}">
      <dsp:nvSpPr>
        <dsp:cNvPr id="0" name=""/>
        <dsp:cNvSpPr/>
      </dsp:nvSpPr>
      <dsp:spPr>
        <a:xfrm>
          <a:off x="0" y="531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Timestamp: Oct 1, 2026 @ 20:05:21.687</a:t>
          </a:r>
          <a:endParaRPr lang="en-US" sz="1300" kern="1200"/>
        </a:p>
      </dsp:txBody>
      <dsp:txXfrm>
        <a:off x="0" y="531"/>
        <a:ext cx="7886700" cy="483363"/>
      </dsp:txXfrm>
    </dsp:sp>
    <dsp:sp modelId="{D17DABFE-9C6C-45A5-BE3B-4F74BCDC6105}">
      <dsp:nvSpPr>
        <dsp:cNvPr id="0" name=""/>
        <dsp:cNvSpPr/>
      </dsp:nvSpPr>
      <dsp:spPr>
        <a:xfrm>
          <a:off x="0" y="483895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465CBB2-A155-4021-9785-66A176328863}">
      <dsp:nvSpPr>
        <dsp:cNvPr id="0" name=""/>
        <dsp:cNvSpPr/>
      </dsp:nvSpPr>
      <dsp:spPr>
        <a:xfrm>
          <a:off x="0" y="483895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Wazuh Rule ID:   5902</a:t>
          </a:r>
          <a:endParaRPr lang="en-US" sz="1300" kern="1200"/>
        </a:p>
      </dsp:txBody>
      <dsp:txXfrm>
        <a:off x="0" y="483895"/>
        <a:ext cx="7886700" cy="483363"/>
      </dsp:txXfrm>
    </dsp:sp>
    <dsp:sp modelId="{0B39ACE1-3BEF-46D9-A081-5A115CA2D066}">
      <dsp:nvSpPr>
        <dsp:cNvPr id="0" name=""/>
        <dsp:cNvSpPr/>
      </dsp:nvSpPr>
      <dsp:spPr>
        <a:xfrm>
          <a:off x="0" y="967259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55C7C5-5876-4474-B047-F2469CE376EF}">
      <dsp:nvSpPr>
        <dsp:cNvPr id="0" name=""/>
        <dsp:cNvSpPr/>
      </dsp:nvSpPr>
      <dsp:spPr>
        <a:xfrm>
          <a:off x="0" y="967259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Wazuh rule description:  New user added to the system.</a:t>
          </a:r>
          <a:endParaRPr lang="en-US" sz="1300" kern="1200"/>
        </a:p>
      </dsp:txBody>
      <dsp:txXfrm>
        <a:off x="0" y="967259"/>
        <a:ext cx="7886700" cy="483363"/>
      </dsp:txXfrm>
    </dsp:sp>
    <dsp:sp modelId="{99B5AE42-7436-442A-BF8D-1409322D8676}">
      <dsp:nvSpPr>
        <dsp:cNvPr id="0" name=""/>
        <dsp:cNvSpPr/>
      </dsp:nvSpPr>
      <dsp:spPr>
        <a:xfrm>
          <a:off x="0" y="1450623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EFC879-037F-4191-A327-1D86394AB079}">
      <dsp:nvSpPr>
        <dsp:cNvPr id="0" name=""/>
        <dsp:cNvSpPr/>
      </dsp:nvSpPr>
      <dsp:spPr>
        <a:xfrm>
          <a:off x="0" y="1450623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Severity : 8</a:t>
          </a:r>
          <a:endParaRPr lang="en-US" sz="1300" kern="1200"/>
        </a:p>
      </dsp:txBody>
      <dsp:txXfrm>
        <a:off x="0" y="1450623"/>
        <a:ext cx="7886700" cy="483363"/>
      </dsp:txXfrm>
    </dsp:sp>
    <dsp:sp modelId="{B5E71657-0055-4632-9BFF-32819AD4E482}">
      <dsp:nvSpPr>
        <dsp:cNvPr id="0" name=""/>
        <dsp:cNvSpPr/>
      </dsp:nvSpPr>
      <dsp:spPr>
        <a:xfrm>
          <a:off x="0" y="1933987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83D5E26-CF94-484E-A101-5746C51F3C7D}">
      <dsp:nvSpPr>
        <dsp:cNvPr id="0" name=""/>
        <dsp:cNvSpPr/>
      </dsp:nvSpPr>
      <dsp:spPr>
        <a:xfrm>
          <a:off x="0" y="1933987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Agent:  Ubuntu</a:t>
          </a:r>
          <a:endParaRPr lang="en-US" sz="1300" kern="1200"/>
        </a:p>
      </dsp:txBody>
      <dsp:txXfrm>
        <a:off x="0" y="1933987"/>
        <a:ext cx="7886700" cy="483363"/>
      </dsp:txXfrm>
    </dsp:sp>
    <dsp:sp modelId="{C1730837-4E8E-460D-91E5-8E5D7AFD41D4}">
      <dsp:nvSpPr>
        <dsp:cNvPr id="0" name=""/>
        <dsp:cNvSpPr/>
      </dsp:nvSpPr>
      <dsp:spPr>
        <a:xfrm>
          <a:off x="0" y="2417350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EB0B14-3E4A-4DF8-A14E-064B9A8E04CB}">
      <dsp:nvSpPr>
        <dsp:cNvPr id="0" name=""/>
        <dsp:cNvSpPr/>
      </dsp:nvSpPr>
      <dsp:spPr>
        <a:xfrm>
          <a:off x="0" y="2417350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User: capstone_project</a:t>
          </a:r>
          <a:endParaRPr lang="en-US" sz="1300" kern="1200"/>
        </a:p>
      </dsp:txBody>
      <dsp:txXfrm>
        <a:off x="0" y="2417350"/>
        <a:ext cx="7886700" cy="483363"/>
      </dsp:txXfrm>
    </dsp:sp>
    <dsp:sp modelId="{98696B65-117F-4ACF-A658-B6605C459276}">
      <dsp:nvSpPr>
        <dsp:cNvPr id="0" name=""/>
        <dsp:cNvSpPr/>
      </dsp:nvSpPr>
      <dsp:spPr>
        <a:xfrm>
          <a:off x="0" y="2900714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97126F-9910-4F9F-9AFC-9BF8A9630A83}">
      <dsp:nvSpPr>
        <dsp:cNvPr id="0" name=""/>
        <dsp:cNvSpPr/>
      </dsp:nvSpPr>
      <dsp:spPr>
        <a:xfrm>
          <a:off x="0" y="2900714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Command/Event:  New user account capstone_project added to the Ubuntu system</a:t>
          </a:r>
          <a:endParaRPr lang="en-US" sz="1300" kern="1200"/>
        </a:p>
      </dsp:txBody>
      <dsp:txXfrm>
        <a:off x="0" y="2900714"/>
        <a:ext cx="7886700" cy="483363"/>
      </dsp:txXfrm>
    </dsp:sp>
    <dsp:sp modelId="{AC88E8A3-5F68-46C5-8FFC-CCC7CB4D7762}">
      <dsp:nvSpPr>
        <dsp:cNvPr id="0" name=""/>
        <dsp:cNvSpPr/>
      </dsp:nvSpPr>
      <dsp:spPr>
        <a:xfrm>
          <a:off x="0" y="3384078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CCD28E9-7F7A-4908-9B8D-E1B148E1A569}">
      <dsp:nvSpPr>
        <dsp:cNvPr id="0" name=""/>
        <dsp:cNvSpPr/>
      </dsp:nvSpPr>
      <dsp:spPr>
        <a:xfrm>
          <a:off x="0" y="3384078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/>
            <a:t>MITRE ATT&amp;CK:  T1136 Create Account</a:t>
          </a:r>
          <a:endParaRPr lang="en-US" sz="1300" kern="1200"/>
        </a:p>
      </dsp:txBody>
      <dsp:txXfrm>
        <a:off x="0" y="3384078"/>
        <a:ext cx="7886700" cy="483363"/>
      </dsp:txXfrm>
    </dsp:sp>
    <dsp:sp modelId="{37FC6926-29FB-4CEC-B0D7-9F0D0869041C}">
      <dsp:nvSpPr>
        <dsp:cNvPr id="0" name=""/>
        <dsp:cNvSpPr/>
      </dsp:nvSpPr>
      <dsp:spPr>
        <a:xfrm>
          <a:off x="0" y="3867442"/>
          <a:ext cx="78867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CA1BE2-6E00-45D7-8D4C-B59AF0104C60}">
      <dsp:nvSpPr>
        <dsp:cNvPr id="0" name=""/>
        <dsp:cNvSpPr/>
      </dsp:nvSpPr>
      <dsp:spPr>
        <a:xfrm>
          <a:off x="0" y="3867442"/>
          <a:ext cx="7886700" cy="48336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9530" tIns="49530" rIns="49530" bIns="49530" numCol="1" spcCol="1270" anchor="t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300" b="0" kern="1200" dirty="0"/>
            <a:t>Finding : A new user account, </a:t>
          </a:r>
          <a:r>
            <a:rPr lang="en-US" sz="1300" b="0" kern="1200" dirty="0" err="1"/>
            <a:t>capstone_project</a:t>
          </a:r>
          <a:r>
            <a:rPr lang="en-US" sz="1300" b="0" kern="1200" dirty="0"/>
            <a:t>, was created on the Ubuntu system. This activity could be used by an attacker to establish a persistent unauthorized access for attacks.</a:t>
          </a:r>
          <a:endParaRPr lang="en-US" sz="1300" kern="1200" dirty="0"/>
        </a:p>
      </dsp:txBody>
      <dsp:txXfrm>
        <a:off x="0" y="3867442"/>
        <a:ext cx="7886700" cy="483363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CA32ABD-3690-4DD5-A968-E610CF5BCC8B}">
      <dsp:nvSpPr>
        <dsp:cNvPr id="0" name=""/>
        <dsp:cNvSpPr/>
      </dsp:nvSpPr>
      <dsp:spPr>
        <a:xfrm>
          <a:off x="0" y="3587"/>
          <a:ext cx="4726201" cy="11679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F983FCC-D679-4EE9-8AFC-2D3398139AAC}">
      <dsp:nvSpPr>
        <dsp:cNvPr id="0" name=""/>
        <dsp:cNvSpPr/>
      </dsp:nvSpPr>
      <dsp:spPr>
        <a:xfrm>
          <a:off x="353301" y="266373"/>
          <a:ext cx="642994" cy="6423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8B0E357-3ABE-481C-9469-4D3E43103F3F}">
      <dsp:nvSpPr>
        <dsp:cNvPr id="0" name=""/>
        <dsp:cNvSpPr/>
      </dsp:nvSpPr>
      <dsp:spPr>
        <a:xfrm>
          <a:off x="1349598" y="3587"/>
          <a:ext cx="3018590" cy="1242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453" tIns="131453" rIns="131453" bIns="131453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kern="1200"/>
            <a:t>Wazuh's File Integrity Monitoring captured the following hashes when the file was created:</a:t>
          </a:r>
          <a:endParaRPr lang="en-US" sz="1400" kern="1200"/>
        </a:p>
      </dsp:txBody>
      <dsp:txXfrm>
        <a:off x="1349598" y="3587"/>
        <a:ext cx="3018590" cy="1242076"/>
      </dsp:txXfrm>
    </dsp:sp>
    <dsp:sp modelId="{34BB383A-DE3A-4827-8755-3E7C00AEC0E3}">
      <dsp:nvSpPr>
        <dsp:cNvPr id="0" name=""/>
        <dsp:cNvSpPr/>
      </dsp:nvSpPr>
      <dsp:spPr>
        <a:xfrm>
          <a:off x="0" y="1546773"/>
          <a:ext cx="4726201" cy="11679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846E6D-73AB-4DA0-8151-8373B4A57BF4}">
      <dsp:nvSpPr>
        <dsp:cNvPr id="0" name=""/>
        <dsp:cNvSpPr/>
      </dsp:nvSpPr>
      <dsp:spPr>
        <a:xfrm>
          <a:off x="353301" y="1809559"/>
          <a:ext cx="642994" cy="6423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F58963E-7F25-4367-96F4-232B1118D64C}">
      <dsp:nvSpPr>
        <dsp:cNvPr id="0" name=""/>
        <dsp:cNvSpPr/>
      </dsp:nvSpPr>
      <dsp:spPr>
        <a:xfrm>
          <a:off x="1349598" y="1546773"/>
          <a:ext cx="3018590" cy="1242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453" tIns="131453" rIns="131453" bIns="131453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MD5: </a:t>
          </a:r>
          <a:r>
            <a:rPr lang="en-US" sz="1400" b="0" kern="1200" dirty="0"/>
            <a:t>44d88612fea8a8f36de82e1278abb02f</a:t>
          </a:r>
          <a:endParaRPr lang="en-US" sz="1400" kern="1200" dirty="0"/>
        </a:p>
      </dsp:txBody>
      <dsp:txXfrm>
        <a:off x="1349598" y="1546773"/>
        <a:ext cx="3018590" cy="1242076"/>
      </dsp:txXfrm>
    </dsp:sp>
    <dsp:sp modelId="{59E0041D-CFC4-4771-A4E4-E6F522A36458}">
      <dsp:nvSpPr>
        <dsp:cNvPr id="0" name=""/>
        <dsp:cNvSpPr/>
      </dsp:nvSpPr>
      <dsp:spPr>
        <a:xfrm>
          <a:off x="0" y="3106730"/>
          <a:ext cx="4726201" cy="11679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06F070F-3978-43A8-9AEF-FF2C86C208F5}">
      <dsp:nvSpPr>
        <dsp:cNvPr id="0" name=""/>
        <dsp:cNvSpPr/>
      </dsp:nvSpPr>
      <dsp:spPr>
        <a:xfrm>
          <a:off x="353301" y="3352745"/>
          <a:ext cx="642994" cy="6423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086C60-3827-430F-923A-673BEED8B4FF}">
      <dsp:nvSpPr>
        <dsp:cNvPr id="0" name=""/>
        <dsp:cNvSpPr/>
      </dsp:nvSpPr>
      <dsp:spPr>
        <a:xfrm>
          <a:off x="1349598" y="3089959"/>
          <a:ext cx="3018590" cy="1242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453" tIns="131453" rIns="131453" bIns="131453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SHA-1</a:t>
          </a:r>
          <a:r>
            <a:rPr lang="en-US" sz="1400" b="0" kern="1200" dirty="0"/>
            <a:t>: 3395856ce81f2b7382dee72602f798b642f14140</a:t>
          </a:r>
          <a:endParaRPr lang="en-US" sz="1400" kern="1200" dirty="0"/>
        </a:p>
      </dsp:txBody>
      <dsp:txXfrm>
        <a:off x="1349598" y="3089959"/>
        <a:ext cx="3018590" cy="1242076"/>
      </dsp:txXfrm>
    </dsp:sp>
    <dsp:sp modelId="{ED108368-9E4C-425C-8A1A-570249BF5F32}">
      <dsp:nvSpPr>
        <dsp:cNvPr id="0" name=""/>
        <dsp:cNvSpPr/>
      </dsp:nvSpPr>
      <dsp:spPr>
        <a:xfrm>
          <a:off x="0" y="4633145"/>
          <a:ext cx="4726201" cy="1167939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003A62-6CF5-4172-BD71-3DFFB0549DF6}">
      <dsp:nvSpPr>
        <dsp:cNvPr id="0" name=""/>
        <dsp:cNvSpPr/>
      </dsp:nvSpPr>
      <dsp:spPr>
        <a:xfrm>
          <a:off x="353301" y="4895931"/>
          <a:ext cx="642994" cy="64236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9629A-03AF-4F5E-A516-3302508900D3}">
      <dsp:nvSpPr>
        <dsp:cNvPr id="0" name=""/>
        <dsp:cNvSpPr/>
      </dsp:nvSpPr>
      <dsp:spPr>
        <a:xfrm>
          <a:off x="1349598" y="4633145"/>
          <a:ext cx="3018590" cy="124207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453" tIns="131453" rIns="131453" bIns="131453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/>
            <a:t>SHA-256:</a:t>
          </a:r>
          <a:r>
            <a:rPr lang="en-US" sz="1400" b="0" kern="1200" dirty="0"/>
            <a:t> 275a021bbfb6489e54d471899f7db9d1663fc695ec2fe2a2c4538aabf651fd0f</a:t>
          </a:r>
          <a:endParaRPr lang="en-US" sz="1400" kern="1200" dirty="0"/>
        </a:p>
      </dsp:txBody>
      <dsp:txXfrm>
        <a:off x="1349598" y="4633145"/>
        <a:ext cx="3018590" cy="124207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7449CA-E1FB-425A-9BFA-E4ABD6904E95}">
      <dsp:nvSpPr>
        <dsp:cNvPr id="0" name=""/>
        <dsp:cNvSpPr/>
      </dsp:nvSpPr>
      <dsp:spPr>
        <a:xfrm>
          <a:off x="0" y="2611"/>
          <a:ext cx="303711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3DAACF8-BDC9-4A82-BFF4-373509EB935D}">
      <dsp:nvSpPr>
        <dsp:cNvPr id="0" name=""/>
        <dsp:cNvSpPr/>
      </dsp:nvSpPr>
      <dsp:spPr>
        <a:xfrm>
          <a:off x="0" y="2611"/>
          <a:ext cx="3037113" cy="890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Wazuh</a:t>
          </a:r>
          <a:r>
            <a:rPr lang="en-US" sz="1900" b="0" kern="1200" dirty="0"/>
            <a:t> Rule ID: 100201</a:t>
          </a:r>
          <a:endParaRPr lang="en-US" sz="1900" kern="1200" dirty="0"/>
        </a:p>
      </dsp:txBody>
      <dsp:txXfrm>
        <a:off x="0" y="2611"/>
        <a:ext cx="3037113" cy="890669"/>
      </dsp:txXfrm>
    </dsp:sp>
    <dsp:sp modelId="{71AB9E0E-29F4-4BDC-A5E3-CA6E6D5E4C6B}">
      <dsp:nvSpPr>
        <dsp:cNvPr id="0" name=""/>
        <dsp:cNvSpPr/>
      </dsp:nvSpPr>
      <dsp:spPr>
        <a:xfrm>
          <a:off x="0" y="893281"/>
          <a:ext cx="303711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FA0067-9AEE-4F69-B77D-3A1A043027D4}">
      <dsp:nvSpPr>
        <dsp:cNvPr id="0" name=""/>
        <dsp:cNvSpPr/>
      </dsp:nvSpPr>
      <dsp:spPr>
        <a:xfrm>
          <a:off x="0" y="893281"/>
          <a:ext cx="3037113" cy="890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Rule Level: 7</a:t>
          </a:r>
          <a:endParaRPr lang="en-US" sz="1900" kern="1200"/>
        </a:p>
      </dsp:txBody>
      <dsp:txXfrm>
        <a:off x="0" y="893281"/>
        <a:ext cx="3037113" cy="890669"/>
      </dsp:txXfrm>
    </dsp:sp>
    <dsp:sp modelId="{0F9E5C7A-336D-4B5F-B50A-91BF5E5C9F8C}">
      <dsp:nvSpPr>
        <dsp:cNvPr id="0" name=""/>
        <dsp:cNvSpPr/>
      </dsp:nvSpPr>
      <dsp:spPr>
        <a:xfrm>
          <a:off x="0" y="1783950"/>
          <a:ext cx="303711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C0B9C1-3CF5-4FBD-8604-E4D3CD704229}">
      <dsp:nvSpPr>
        <dsp:cNvPr id="0" name=""/>
        <dsp:cNvSpPr/>
      </dsp:nvSpPr>
      <dsp:spPr>
        <a:xfrm>
          <a:off x="0" y="1783950"/>
          <a:ext cx="3037113" cy="890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Rule Description: File added to /root directory</a:t>
          </a:r>
          <a:endParaRPr lang="en-US" sz="1900" kern="1200"/>
        </a:p>
      </dsp:txBody>
      <dsp:txXfrm>
        <a:off x="0" y="1783950"/>
        <a:ext cx="3037113" cy="890669"/>
      </dsp:txXfrm>
    </dsp:sp>
    <dsp:sp modelId="{ACA4BA53-7848-4747-97C8-3EE505A7AA46}">
      <dsp:nvSpPr>
        <dsp:cNvPr id="0" name=""/>
        <dsp:cNvSpPr/>
      </dsp:nvSpPr>
      <dsp:spPr>
        <a:xfrm>
          <a:off x="0" y="2674619"/>
          <a:ext cx="303711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6F1EB-8BFE-4673-A359-10ECA9B60CE9}">
      <dsp:nvSpPr>
        <dsp:cNvPr id="0" name=""/>
        <dsp:cNvSpPr/>
      </dsp:nvSpPr>
      <dsp:spPr>
        <a:xfrm>
          <a:off x="0" y="2674620"/>
          <a:ext cx="3037113" cy="890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FIM Event: added</a:t>
          </a:r>
          <a:endParaRPr lang="en-US" sz="1900" kern="1200"/>
        </a:p>
      </dsp:txBody>
      <dsp:txXfrm>
        <a:off x="0" y="2674620"/>
        <a:ext cx="3037113" cy="890669"/>
      </dsp:txXfrm>
    </dsp:sp>
    <dsp:sp modelId="{06BB46FE-509D-43C1-8AC4-68E7FFE79879}">
      <dsp:nvSpPr>
        <dsp:cNvPr id="0" name=""/>
        <dsp:cNvSpPr/>
      </dsp:nvSpPr>
      <dsp:spPr>
        <a:xfrm>
          <a:off x="0" y="3565289"/>
          <a:ext cx="303711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B9AF47-837D-4325-810A-EF32814DE3A6}">
      <dsp:nvSpPr>
        <dsp:cNvPr id="0" name=""/>
        <dsp:cNvSpPr/>
      </dsp:nvSpPr>
      <dsp:spPr>
        <a:xfrm>
          <a:off x="0" y="3565289"/>
          <a:ext cx="3037113" cy="890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Detection Mode: realtime</a:t>
          </a:r>
          <a:endParaRPr lang="en-US" sz="1900" kern="1200"/>
        </a:p>
      </dsp:txBody>
      <dsp:txXfrm>
        <a:off x="0" y="3565289"/>
        <a:ext cx="3037113" cy="890669"/>
      </dsp:txXfrm>
    </dsp:sp>
    <dsp:sp modelId="{8AE21C4A-FD94-4125-A4AE-3E5FC55DF3B6}">
      <dsp:nvSpPr>
        <dsp:cNvPr id="0" name=""/>
        <dsp:cNvSpPr/>
      </dsp:nvSpPr>
      <dsp:spPr>
        <a:xfrm>
          <a:off x="0" y="4455958"/>
          <a:ext cx="3037113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8BB1FFC-5B15-4653-AEE3-0A28C046BDEE}">
      <dsp:nvSpPr>
        <dsp:cNvPr id="0" name=""/>
        <dsp:cNvSpPr/>
      </dsp:nvSpPr>
      <dsp:spPr>
        <a:xfrm>
          <a:off x="0" y="4455958"/>
          <a:ext cx="3037113" cy="890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The Wazuh event confirmed: File '/root/eicar.com' added</a:t>
          </a:r>
          <a:endParaRPr lang="en-US" sz="1900" kern="1200"/>
        </a:p>
      </dsp:txBody>
      <dsp:txXfrm>
        <a:off x="0" y="4455958"/>
        <a:ext cx="3037113" cy="890669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849E99-72BF-438D-BC54-2A4CDF74A79A}">
      <dsp:nvSpPr>
        <dsp:cNvPr id="0" name=""/>
        <dsp:cNvSpPr/>
      </dsp:nvSpPr>
      <dsp:spPr>
        <a:xfrm>
          <a:off x="0" y="0"/>
          <a:ext cx="6703695" cy="1305401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The remediation was successfully verified. The /root/eicar.com file was no longer present on the Ubuntu endpoint following execution of Wazuh's Active Response.</a:t>
          </a:r>
          <a:endParaRPr lang="en-US" sz="1900" kern="1200"/>
        </a:p>
      </dsp:txBody>
      <dsp:txXfrm>
        <a:off x="38234" y="38234"/>
        <a:ext cx="5295064" cy="1228933"/>
      </dsp:txXfrm>
    </dsp:sp>
    <dsp:sp modelId="{BA8070F1-F4A1-4D41-8F4B-D375B36D7BF7}">
      <dsp:nvSpPr>
        <dsp:cNvPr id="0" name=""/>
        <dsp:cNvSpPr/>
      </dsp:nvSpPr>
      <dsp:spPr>
        <a:xfrm>
          <a:off x="591502" y="1522968"/>
          <a:ext cx="6703695" cy="130540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The Ubuntu agent remained active and connected to the Wazuh manager after remediation. </a:t>
          </a:r>
          <a:endParaRPr lang="en-US" sz="1900" kern="1200"/>
        </a:p>
      </dsp:txBody>
      <dsp:txXfrm>
        <a:off x="629736" y="1561202"/>
        <a:ext cx="5187213" cy="1228933"/>
      </dsp:txXfrm>
    </dsp:sp>
    <dsp:sp modelId="{A094F9B7-F836-4844-BD79-5731DE73CABF}">
      <dsp:nvSpPr>
        <dsp:cNvPr id="0" name=""/>
        <dsp:cNvSpPr/>
      </dsp:nvSpPr>
      <dsp:spPr>
        <a:xfrm>
          <a:off x="1183004" y="3045936"/>
          <a:ext cx="6703695" cy="1305401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b="0" kern="1200"/>
            <a:t>Wazuh's event history confirmed the successful execution of remove-threat.sh and deletion of the file, with no subsequent EICAR-related detection observed after the removal event.</a:t>
          </a:r>
          <a:endParaRPr lang="en-US" sz="1900" kern="1200"/>
        </a:p>
      </dsp:txBody>
      <dsp:txXfrm>
        <a:off x="1221238" y="3084170"/>
        <a:ext cx="5187213" cy="1228933"/>
      </dsp:txXfrm>
    </dsp:sp>
    <dsp:sp modelId="{E2D8614A-A71B-480B-9020-61F7AA212DB5}">
      <dsp:nvSpPr>
        <dsp:cNvPr id="0" name=""/>
        <dsp:cNvSpPr/>
      </dsp:nvSpPr>
      <dsp:spPr>
        <a:xfrm>
          <a:off x="5855184" y="989929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6046099" y="989929"/>
        <a:ext cx="466680" cy="638504"/>
      </dsp:txXfrm>
    </dsp:sp>
    <dsp:sp modelId="{AA0AEFBE-5706-497E-A395-DB8CD287FC89}">
      <dsp:nvSpPr>
        <dsp:cNvPr id="0" name=""/>
        <dsp:cNvSpPr/>
      </dsp:nvSpPr>
      <dsp:spPr>
        <a:xfrm>
          <a:off x="6446686" y="2504195"/>
          <a:ext cx="848510" cy="848510"/>
        </a:xfrm>
        <a:prstGeom prst="downArrow">
          <a:avLst>
            <a:gd name="adj1" fmla="val 55000"/>
            <a:gd name="adj2" fmla="val 45000"/>
          </a:avLst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600" kern="1200"/>
        </a:p>
      </dsp:txBody>
      <dsp:txXfrm>
        <a:off x="6637601" y="2504195"/>
        <a:ext cx="466680" cy="6385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7" Type="http://schemas.openxmlformats.org/officeDocument/2006/relationships/image" Target="../media/image6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6.xml"/><Relationship Id="rId3" Type="http://schemas.openxmlformats.org/officeDocument/2006/relationships/diagramLayout" Target="../diagrams/layout5.xml"/><Relationship Id="rId7" Type="http://schemas.openxmlformats.org/officeDocument/2006/relationships/diagramData" Target="../diagrams/data6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5.xml"/><Relationship Id="rId11" Type="http://schemas.microsoft.com/office/2007/relationships/diagramDrawing" Target="../diagrams/drawing6.xml"/><Relationship Id="rId5" Type="http://schemas.openxmlformats.org/officeDocument/2006/relationships/diagramColors" Target="../diagrams/colors5.xml"/><Relationship Id="rId10" Type="http://schemas.openxmlformats.org/officeDocument/2006/relationships/diagramColors" Target="../diagrams/colors6.xml"/><Relationship Id="rId4" Type="http://schemas.openxmlformats.org/officeDocument/2006/relationships/diagramQuickStyle" Target="../diagrams/quickStyle5.xml"/><Relationship Id="rId9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B37791B-B040-4694-BFDC-8DD132D86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Video 4" descr="3D Graphs">
            <a:extLst>
              <a:ext uri="{FF2B5EF4-FFF2-40B4-BE49-F238E27FC236}">
                <a16:creationId xmlns:a16="http://schemas.microsoft.com/office/drawing/2014/main" id="{CDC2D62C-A3F1-8BF6-F061-6FFCEED12E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 r="24786" b="-1"/>
          <a:stretch>
            <a:fillRect/>
          </a:stretch>
        </p:blipFill>
        <p:spPr>
          <a:xfrm>
            <a:off x="5236368" y="898776"/>
            <a:ext cx="3336131" cy="2495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59A59B10-9D94-4C5B-8BF0-95928DCE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9144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54E31B9-72DD-4DE4-B3E3-4395530BEC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68738192-1FEA-49E1-BFF3-6D1C324A5C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F3C51644-0F34-453B-92B8-9FF33932E2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ADB9AB8-2EB4-4B5E-9A1E-84F2E44D91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95F439B0-E080-4B01-85AF-D226A85BA4F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EDEC643B-AA3F-4913-B411-1458BCEF26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5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325" y="1120676"/>
            <a:ext cx="4607719" cy="2308324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CA" sz="4000" dirty="0">
                <a:solidFill>
                  <a:schemeClr val="bg1"/>
                </a:solidFill>
              </a:rPr>
              <a:t>Assignment</a:t>
            </a:r>
            <a:r>
              <a:rPr lang="en-CA" sz="4900" dirty="0">
                <a:solidFill>
                  <a:schemeClr val="bg1"/>
                </a:solidFill>
              </a:rPr>
              <a:t> </a:t>
            </a:r>
            <a:br>
              <a:rPr lang="en-CA" sz="4900" dirty="0">
                <a:solidFill>
                  <a:schemeClr val="bg1"/>
                </a:solidFill>
              </a:rPr>
            </a:br>
            <a:r>
              <a:rPr lang="en-CA" sz="3100" dirty="0">
                <a:solidFill>
                  <a:schemeClr val="bg1"/>
                </a:solidFill>
                <a:latin typeface="Dreaming Outloud Script Pro" panose="020F0502020204030204" pitchFamily="66" charset="0"/>
                <a:cs typeface="Dreaming Outloud Script Pro" panose="020F0502020204030204" pitchFamily="66" charset="0"/>
              </a:rPr>
              <a:t>and</a:t>
            </a:r>
            <a:r>
              <a:rPr lang="en-CA" sz="4900" dirty="0">
                <a:solidFill>
                  <a:schemeClr val="bg1"/>
                </a:solidFill>
              </a:rPr>
              <a:t> </a:t>
            </a:r>
            <a:br>
              <a:rPr lang="en-CA" sz="4900" dirty="0">
                <a:solidFill>
                  <a:schemeClr val="bg1"/>
                </a:solidFill>
              </a:rPr>
            </a:br>
            <a:r>
              <a:rPr lang="en-CA" sz="4900" dirty="0">
                <a:solidFill>
                  <a:schemeClr val="bg1"/>
                </a:solidFill>
              </a:rPr>
              <a:t>Capstone Project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2982" y="4292555"/>
            <a:ext cx="5269314" cy="934832"/>
          </a:xfrm>
        </p:spPr>
        <p:txBody>
          <a:bodyPr>
            <a:normAutofit lnSpcReduction="10000"/>
          </a:bodyPr>
          <a:lstStyle/>
          <a:p>
            <a:pPr algn="l">
              <a:lnSpc>
                <a:spcPct val="90000"/>
              </a:lnSpc>
            </a:pPr>
            <a:r>
              <a:rPr lang="en-CA" sz="3000" dirty="0">
                <a:solidFill>
                  <a:schemeClr val="bg1"/>
                </a:solidFill>
              </a:rPr>
              <a:t>
Funsho Igbasan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85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  <p:video>
              <p:cMediaNode mute="1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955A2079-FA98-4876-80F0-72364A7D2E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557188"/>
            <a:ext cx="7886700" cy="113349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3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Assignment Task :</a:t>
            </a:r>
            <a:br>
              <a:rPr lang="en-US" sz="3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</a:br>
            <a:r>
              <a:rPr lang="en-US" sz="35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Run 3 attacks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D5E64545-FDD5-6976-575E-FF1708DC7E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1404986"/>
              </p:ext>
            </p:extLst>
          </p:nvPr>
        </p:nvGraphicFramePr>
        <p:xfrm>
          <a:off x="628650" y="1828800"/>
          <a:ext cx="7886700" cy="4352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First </a:t>
            </a:r>
            <a:r>
              <a:rPr dirty="0"/>
              <a:t>Attack:</a:t>
            </a:r>
            <a:r>
              <a:rPr lang="en-CA" dirty="0"/>
              <a:t> </a:t>
            </a:r>
            <a:r>
              <a:rPr lang="en-CA" sz="2400" dirty="0"/>
              <a:t>Create a new user</a:t>
            </a:r>
            <a:endParaRPr sz="2400" dirty="0"/>
          </a:p>
        </p:txBody>
      </p:sp>
      <p:graphicFrame>
        <p:nvGraphicFramePr>
          <p:cNvPr id="6" name="TextBox 3">
            <a:extLst>
              <a:ext uri="{FF2B5EF4-FFF2-40B4-BE49-F238E27FC236}">
                <a16:creationId xmlns:a16="http://schemas.microsoft.com/office/drawing/2014/main" id="{52D0BE92-66B9-EE02-8E5E-B6FEE15245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8621336"/>
              </p:ext>
            </p:extLst>
          </p:nvPr>
        </p:nvGraphicFramePr>
        <p:xfrm>
          <a:off x="658368" y="3520440"/>
          <a:ext cx="7827264" cy="22402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3">
            <a:extLst>
              <a:ext uri="{FF2B5EF4-FFF2-40B4-BE49-F238E27FC236}">
                <a16:creationId xmlns:a16="http://schemas.microsoft.com/office/drawing/2014/main" id="{9F57F5D5-FEE1-4910-B899-D7EA448AD8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5256" y="1417638"/>
            <a:ext cx="6926580" cy="17461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B6E8964-AFC5-FA51-6694-341995B8D82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l="18812" r="20188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/>
              <a:t>New user added to the system</a:t>
            </a:r>
          </a:p>
        </p:txBody>
      </p: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B2F92BC2-B285-6D20-B2A4-B16F46B9A5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46427884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B712E947-0734-45F9-9C4F-41114EC3A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13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B3290A-D3BF-4B87-B55B-FD9A98B497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9149272" cy="1576446"/>
            <a:chOff x="0" y="0"/>
            <a:chExt cx="12192002" cy="157644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033A715A-0686-440A-8F40-441B42A660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 flipH="1">
              <a:off x="2" y="0"/>
              <a:ext cx="12191998" cy="1575955"/>
            </a:xfrm>
            <a:prstGeom prst="rect">
              <a:avLst/>
            </a:prstGeom>
            <a:gradFill>
              <a:gsLst>
                <a:gs pos="0">
                  <a:srgbClr val="000000">
                    <a:alpha val="96000"/>
                  </a:srgbClr>
                </a:gs>
                <a:gs pos="100000">
                  <a:schemeClr val="accent1">
                    <a:lumMod val="75000"/>
                  </a:schemeClr>
                </a:gs>
              </a:gsLst>
              <a:lin ang="8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761657F-19F2-425B-B7E9-0118CD13C3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5307778" y="-5307778"/>
              <a:ext cx="1576446" cy="12192002"/>
            </a:xfrm>
            <a:prstGeom prst="rect">
              <a:avLst/>
            </a:prstGeom>
            <a:gradFill>
              <a:gsLst>
                <a:gs pos="45000">
                  <a:schemeClr val="accent1">
                    <a:alpha val="0"/>
                  </a:schemeClr>
                </a:gs>
                <a:gs pos="99000">
                  <a:srgbClr val="000000">
                    <a:alpha val="74000"/>
                  </a:srgb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E27B6634-79D3-4EDD-A77A-1065D6F3A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825434" y="0"/>
              <a:ext cx="4303422" cy="1575461"/>
            </a:xfrm>
            <a:prstGeom prst="rect">
              <a:avLst/>
            </a:prstGeom>
            <a:gradFill>
              <a:gsLst>
                <a:gs pos="0">
                  <a:schemeClr val="accent1">
                    <a:alpha val="17000"/>
                  </a:schemeClr>
                </a:gs>
                <a:gs pos="74000">
                  <a:schemeClr val="accent1">
                    <a:lumMod val="50000"/>
                    <a:alpha val="0"/>
                  </a:schemeClr>
                </a:gs>
              </a:gsLst>
              <a:lin ang="14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698" y="319314"/>
            <a:ext cx="7108033" cy="1030515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dirty="0">
                <a:solidFill>
                  <a:srgbClr val="FFFFFF"/>
                </a:solidFill>
              </a:rPr>
              <a:t>Second Attack </a:t>
            </a:r>
            <a:r>
              <a:rPr lang="en-US" sz="3600" dirty="0">
                <a:solidFill>
                  <a:srgbClr val="FFFFFF"/>
                </a:solidFill>
              </a:rPr>
              <a:t>Activity: </a:t>
            </a:r>
            <a:r>
              <a:rPr lang="en-US" sz="2200" dirty="0" err="1">
                <a:solidFill>
                  <a:srgbClr val="FFFFFF"/>
                </a:solidFill>
              </a:rPr>
              <a:t>sudo</a:t>
            </a:r>
            <a:r>
              <a:rPr lang="en-US" sz="2200" dirty="0">
                <a:solidFill>
                  <a:srgbClr val="FFFFFF"/>
                </a:solidFill>
              </a:rPr>
              <a:t> id</a:t>
            </a:r>
            <a:br>
              <a:rPr lang="en-US" sz="3600" dirty="0"/>
            </a:br>
            <a:endParaRPr lang="en-US" sz="3500" dirty="0">
              <a:solidFill>
                <a:srgbClr val="FFFFFF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24282" y="3615060"/>
            <a:ext cx="7122320" cy="9133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0" dirty="0"/>
              <a:t>Result: to check result, I went to </a:t>
            </a:r>
            <a:r>
              <a:rPr lang="en-US" sz="1700" b="0" dirty="0" err="1"/>
              <a:t>Wazuh</a:t>
            </a:r>
            <a:r>
              <a:rPr lang="en-US" sz="1700" b="0" dirty="0"/>
              <a:t> &gt; Agent &gt;Theat hunting&gt; Events Discover &gt; Explore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58DEDEB-7606-4611-8B97-88F49A03B9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896" y="1636796"/>
            <a:ext cx="6592706" cy="15764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4165F61-30CD-4471-BA55-03405A44D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1" y="4691786"/>
            <a:ext cx="7359490" cy="15764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5A0118C5-4F8D-4CF4-BADD-53FEACC6C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F98F79A4-A6C7-4101-B1E9-27E05CB7CF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2903617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31CE7A08-2184-4B99-ABC0-B40CD1D3F2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903616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6776" y="3306515"/>
            <a:ext cx="2869714" cy="321537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PAM: login session opened</a:t>
            </a:r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79AFCB35-9C04-4524-A0B1-57FF6865D0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79558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47" name="Freeform: Shape 46">
            <a:extLst>
              <a:ext uri="{FF2B5EF4-FFF2-40B4-BE49-F238E27FC236}">
                <a16:creationId xmlns:a16="http://schemas.microsoft.com/office/drawing/2014/main" id="{D11AD2AD-0BA0-4DD3-8EEA-84686A0E71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919293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9E5C5460-229E-46C8-A712-CC31798542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25490" y="4275786"/>
            <a:ext cx="2018510" cy="2582214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2552FC29-9118-466F-940E-80C84EFDF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25490" y="4275786"/>
            <a:ext cx="2018510" cy="2582214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908586" y="706508"/>
            <a:ext cx="3912879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Activity</a:t>
            </a:r>
            <a:r>
              <a:rPr lang="en-US" sz="1400">
                <a:solidFill>
                  <a:schemeClr val="bg1"/>
                </a:solidFill>
              </a:rPr>
              <a:t>:   sudo id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Timestamp</a:t>
            </a:r>
            <a:r>
              <a:rPr lang="en-US" sz="1400">
                <a:solidFill>
                  <a:schemeClr val="bg1"/>
                </a:solidFill>
              </a:rPr>
              <a:t>: Oct 1, 2026 @20:30:13.177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Wazuh Rule ID</a:t>
            </a:r>
            <a:r>
              <a:rPr lang="en-US" sz="1400">
                <a:solidFill>
                  <a:schemeClr val="bg1"/>
                </a:solidFill>
              </a:rPr>
              <a:t>:   5501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Wazuh rule description</a:t>
            </a:r>
            <a:r>
              <a:rPr lang="en-US" sz="1400">
                <a:solidFill>
                  <a:schemeClr val="bg1"/>
                </a:solidFill>
              </a:rPr>
              <a:t>:  PAM: login session opened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Severity</a:t>
            </a:r>
            <a:r>
              <a:rPr lang="en-US" sz="1400">
                <a:solidFill>
                  <a:schemeClr val="bg1"/>
                </a:solidFill>
              </a:rPr>
              <a:t> : 3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Agent</a:t>
            </a:r>
            <a:r>
              <a:rPr lang="en-US" sz="1400">
                <a:solidFill>
                  <a:schemeClr val="bg1"/>
                </a:solidFill>
              </a:rPr>
              <a:t>:  Ubuntu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User</a:t>
            </a:r>
            <a:r>
              <a:rPr lang="en-US" sz="1400">
                <a:solidFill>
                  <a:schemeClr val="bg1"/>
                </a:solidFill>
              </a:rPr>
              <a:t>: Ubuntu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Command/Event</a:t>
            </a:r>
            <a:r>
              <a:rPr lang="en-US" sz="1400">
                <a:solidFill>
                  <a:schemeClr val="bg1"/>
                </a:solidFill>
              </a:rPr>
              <a:t>: sudo id command executed with elevated privileges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MITRE ATT&amp;CK</a:t>
            </a:r>
            <a:r>
              <a:rPr lang="en-US" sz="1400">
                <a:solidFill>
                  <a:schemeClr val="bg1"/>
                </a:solidFill>
              </a:rPr>
              <a:t>:  T1078 Defense Evasion, Persistence, Privilege Escalation, Initial Access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Finding</a:t>
            </a:r>
            <a:r>
              <a:rPr lang="en-US" sz="1400">
                <a:solidFill>
                  <a:schemeClr val="bg1"/>
                </a:solidFill>
              </a:rPr>
              <a:t> : A sudo session was opened for the Ubuntu account, allowing a command to execute with root privileges. Wazuh mapped this activity to Valid Accounts (T1078), which can be associated with unauthorized use of legitimate credentials for privileged access.</a:t>
            </a:r>
          </a:p>
        </p:txBody>
      </p:sp>
      <p:grpSp>
        <p:nvGrpSpPr>
          <p:cNvPr id="48" name="Graphic 185">
            <a:extLst>
              <a:ext uri="{FF2B5EF4-FFF2-40B4-BE49-F238E27FC236}">
                <a16:creationId xmlns:a16="http://schemas.microsoft.com/office/drawing/2014/main" id="{0C156BF8-7FF7-440F-BE2B-417DFFE8BF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21453" y="5987064"/>
            <a:ext cx="790849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B7067280-C3E7-4DF6-A345-B9FEF6EF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78365A8-666B-4417-9D3C-554E6E6B2C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E71CAAFA-0A31-4308-AB9F-B1C84ABDF9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6AB1D25-144D-4BB4-A45C-60B8A094F41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069F0FB4-779A-48FC-AC33-784F177C9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088" y="2133212"/>
            <a:ext cx="7770797" cy="994172"/>
          </a:xfrm>
        </p:spPr>
        <p:txBody>
          <a:bodyPr vert="horz" lIns="91440" tIns="45720" rIns="91440" bIns="45720" rtlCol="0" anchor="ctr">
            <a:normAutofit fontScale="90000"/>
          </a:bodyPr>
          <a:lstStyle/>
          <a:p>
            <a:pPr algn="l" defTabSz="914400">
              <a:lnSpc>
                <a:spcPct val="90000"/>
              </a:lnSpc>
            </a:pPr>
            <a:r>
              <a:rPr lang="en-US" sz="31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Third </a:t>
            </a:r>
            <a:r>
              <a:rPr lang="en-US" sz="3100" dirty="0"/>
              <a:t>Attack Activity</a:t>
            </a:r>
            <a:r>
              <a:rPr lang="en-US" dirty="0"/>
              <a:t>:</a:t>
            </a:r>
            <a:r>
              <a:rPr lang="en-US" sz="2000" dirty="0"/>
              <a:t> </a:t>
            </a:r>
            <a:r>
              <a:rPr lang="en-US" sz="2000" dirty="0" err="1"/>
              <a:t>sudo</a:t>
            </a:r>
            <a:r>
              <a:rPr lang="en-US" sz="2000" dirty="0"/>
              <a:t> </a:t>
            </a:r>
            <a:r>
              <a:rPr lang="en-US" sz="2000" dirty="0" err="1"/>
              <a:t>sh</a:t>
            </a:r>
            <a:r>
              <a:rPr lang="en-US" sz="2000" dirty="0"/>
              <a:t> -c 'echo "# SOC-LAB" &gt;&gt; /</a:t>
            </a:r>
            <a:r>
              <a:rPr lang="en-US" sz="2000" dirty="0" err="1"/>
              <a:t>etc</a:t>
            </a:r>
            <a:r>
              <a:rPr lang="en-US" sz="2000" dirty="0"/>
              <a:t>/hosts'</a:t>
            </a:r>
            <a:br>
              <a:rPr lang="en-US" dirty="0"/>
            </a:br>
            <a:endParaRPr lang="en-US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432691CC-4AB8-48AF-B822-EBF7F4E9E6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15089" y="-6106"/>
            <a:ext cx="3812796" cy="2139318"/>
          </a:xfrm>
          <a:custGeom>
            <a:avLst/>
            <a:gdLst>
              <a:gd name="connsiteX0" fmla="*/ 18382 w 4480560"/>
              <a:gd name="connsiteY0" fmla="*/ 0 h 2513993"/>
              <a:gd name="connsiteX1" fmla="*/ 4462178 w 4480560"/>
              <a:gd name="connsiteY1" fmla="*/ 0 h 2513993"/>
              <a:gd name="connsiteX2" fmla="*/ 4468994 w 4480560"/>
              <a:gd name="connsiteY2" fmla="*/ 44657 h 2513993"/>
              <a:gd name="connsiteX3" fmla="*/ 4480560 w 4480560"/>
              <a:gd name="connsiteY3" fmla="*/ 273713 h 2513993"/>
              <a:gd name="connsiteX4" fmla="*/ 2240280 w 4480560"/>
              <a:gd name="connsiteY4" fmla="*/ 2513993 h 2513993"/>
              <a:gd name="connsiteX5" fmla="*/ 0 w 4480560"/>
              <a:gd name="connsiteY5" fmla="*/ 273713 h 2513993"/>
              <a:gd name="connsiteX6" fmla="*/ 11567 w 4480560"/>
              <a:gd name="connsiteY6" fmla="*/ 44657 h 25139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80560" h="2513993">
                <a:moveTo>
                  <a:pt x="18382" y="0"/>
                </a:moveTo>
                <a:lnTo>
                  <a:pt x="4462178" y="0"/>
                </a:lnTo>
                <a:lnTo>
                  <a:pt x="4468994" y="44657"/>
                </a:lnTo>
                <a:cubicBezTo>
                  <a:pt x="4476642" y="119969"/>
                  <a:pt x="4480560" y="196384"/>
                  <a:pt x="4480560" y="273713"/>
                </a:cubicBezTo>
                <a:cubicBezTo>
                  <a:pt x="4480560" y="1510985"/>
                  <a:pt x="3477552" y="2513993"/>
                  <a:pt x="2240280" y="2513993"/>
                </a:cubicBezTo>
                <a:cubicBezTo>
                  <a:pt x="1003008" y="2513993"/>
                  <a:pt x="0" y="1510985"/>
                  <a:pt x="0" y="273713"/>
                </a:cubicBezTo>
                <a:cubicBezTo>
                  <a:pt x="0" y="196384"/>
                  <a:pt x="3918" y="119969"/>
                  <a:pt x="11567" y="44657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47311653-CA1C-4366-AF7B-2E9767F187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38533" y="-6105"/>
            <a:ext cx="3532672" cy="1999256"/>
          </a:xfrm>
          <a:custGeom>
            <a:avLst/>
            <a:gdLst>
              <a:gd name="connsiteX0" fmla="*/ 20101 w 4151376"/>
              <a:gd name="connsiteY0" fmla="*/ 0 h 2349401"/>
              <a:gd name="connsiteX1" fmla="*/ 4131276 w 4151376"/>
              <a:gd name="connsiteY1" fmla="*/ 0 h 2349401"/>
              <a:gd name="connsiteX2" fmla="*/ 4140659 w 4151376"/>
              <a:gd name="connsiteY2" fmla="*/ 61486 h 2349401"/>
              <a:gd name="connsiteX3" fmla="*/ 4151376 w 4151376"/>
              <a:gd name="connsiteY3" fmla="*/ 273713 h 2349401"/>
              <a:gd name="connsiteX4" fmla="*/ 2075688 w 4151376"/>
              <a:gd name="connsiteY4" fmla="*/ 2349401 h 2349401"/>
              <a:gd name="connsiteX5" fmla="*/ 0 w 4151376"/>
              <a:gd name="connsiteY5" fmla="*/ 273713 h 2349401"/>
              <a:gd name="connsiteX6" fmla="*/ 10717 w 4151376"/>
              <a:gd name="connsiteY6" fmla="*/ 61486 h 23494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51376" h="2349401">
                <a:moveTo>
                  <a:pt x="20101" y="0"/>
                </a:moveTo>
                <a:lnTo>
                  <a:pt x="4131276" y="0"/>
                </a:lnTo>
                <a:lnTo>
                  <a:pt x="4140659" y="61486"/>
                </a:lnTo>
                <a:cubicBezTo>
                  <a:pt x="4147746" y="131265"/>
                  <a:pt x="4151376" y="202065"/>
                  <a:pt x="4151376" y="273713"/>
                </a:cubicBezTo>
                <a:cubicBezTo>
                  <a:pt x="4151376" y="1420084"/>
                  <a:pt x="3222059" y="2349401"/>
                  <a:pt x="2075688" y="2349401"/>
                </a:cubicBezTo>
                <a:cubicBezTo>
                  <a:pt x="929317" y="2349401"/>
                  <a:pt x="0" y="1420084"/>
                  <a:pt x="0" y="273713"/>
                </a:cubicBezTo>
                <a:cubicBezTo>
                  <a:pt x="0" y="202065"/>
                  <a:pt x="3630" y="131265"/>
                  <a:pt x="10717" y="61486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976548" y="3005507"/>
            <a:ext cx="5588844" cy="11700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350" b="0" dirty="0"/>
              <a:t>Result: To check result , </a:t>
            </a:r>
            <a:r>
              <a:rPr lang="en-US" sz="1350" b="0" dirty="0" err="1"/>
              <a:t>Wazuh</a:t>
            </a:r>
            <a:r>
              <a:rPr lang="en-US" sz="1350" b="0" dirty="0"/>
              <a:t> &gt; file integrity monitoring &gt; Events</a:t>
            </a:r>
          </a:p>
        </p:txBody>
      </p:sp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D6A8E1B4-B839-4C58-B08A-F0B094580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85747" y="3393309"/>
            <a:ext cx="4358254" cy="3464690"/>
          </a:xfrm>
          <a:custGeom>
            <a:avLst/>
            <a:gdLst>
              <a:gd name="connsiteX0" fmla="*/ 2748962 w 4966870"/>
              <a:gd name="connsiteY0" fmla="*/ 0 h 3948522"/>
              <a:gd name="connsiteX1" fmla="*/ 4870195 w 4966870"/>
              <a:gd name="connsiteY1" fmla="*/ 1000367 h 3948522"/>
              <a:gd name="connsiteX2" fmla="*/ 4966870 w 4966870"/>
              <a:gd name="connsiteY2" fmla="*/ 1129649 h 3948522"/>
              <a:gd name="connsiteX3" fmla="*/ 4966870 w 4966870"/>
              <a:gd name="connsiteY3" fmla="*/ 3948522 h 3948522"/>
              <a:gd name="connsiteX4" fmla="*/ 278430 w 4966870"/>
              <a:gd name="connsiteY4" fmla="*/ 3948522 h 3948522"/>
              <a:gd name="connsiteX5" fmla="*/ 216027 w 4966870"/>
              <a:gd name="connsiteY5" fmla="*/ 3818982 h 3948522"/>
              <a:gd name="connsiteX6" fmla="*/ 0 w 4966870"/>
              <a:gd name="connsiteY6" fmla="*/ 2748962 h 3948522"/>
              <a:gd name="connsiteX7" fmla="*/ 2748962 w 4966870"/>
              <a:gd name="connsiteY7" fmla="*/ 0 h 3948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966870" h="3948522">
                <a:moveTo>
                  <a:pt x="2748962" y="0"/>
                </a:moveTo>
                <a:cubicBezTo>
                  <a:pt x="3602955" y="0"/>
                  <a:pt x="4365995" y="389418"/>
                  <a:pt x="4870195" y="1000367"/>
                </a:cubicBezTo>
                <a:lnTo>
                  <a:pt x="4966870" y="1129649"/>
                </a:lnTo>
                <a:lnTo>
                  <a:pt x="4966870" y="3948522"/>
                </a:lnTo>
                <a:lnTo>
                  <a:pt x="278430" y="3948522"/>
                </a:lnTo>
                <a:lnTo>
                  <a:pt x="216027" y="3818982"/>
                </a:lnTo>
                <a:cubicBezTo>
                  <a:pt x="76922" y="3490101"/>
                  <a:pt x="0" y="3128515"/>
                  <a:pt x="0" y="2748962"/>
                </a:cubicBezTo>
                <a:cubicBezTo>
                  <a:pt x="0" y="1230752"/>
                  <a:pt x="1230752" y="0"/>
                  <a:pt x="2748962" y="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2CABF795-F18F-494E-BBDE-C1415B7865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31214" y="3538777"/>
            <a:ext cx="4212786" cy="3319223"/>
          </a:xfrm>
          <a:custGeom>
            <a:avLst/>
            <a:gdLst>
              <a:gd name="connsiteX0" fmla="*/ 2583180 w 4801088"/>
              <a:gd name="connsiteY0" fmla="*/ 0 h 3782741"/>
              <a:gd name="connsiteX1" fmla="*/ 4725194 w 4801088"/>
              <a:gd name="connsiteY1" fmla="*/ 1138900 h 3782741"/>
              <a:gd name="connsiteX2" fmla="*/ 4801088 w 4801088"/>
              <a:gd name="connsiteY2" fmla="*/ 1263826 h 3782741"/>
              <a:gd name="connsiteX3" fmla="*/ 4801088 w 4801088"/>
              <a:gd name="connsiteY3" fmla="*/ 3782741 h 3782741"/>
              <a:gd name="connsiteX4" fmla="*/ 296488 w 4801088"/>
              <a:gd name="connsiteY4" fmla="*/ 3782741 h 3782741"/>
              <a:gd name="connsiteX5" fmla="*/ 202999 w 4801088"/>
              <a:gd name="connsiteY5" fmla="*/ 3588671 h 3782741"/>
              <a:gd name="connsiteX6" fmla="*/ 0 w 4801088"/>
              <a:gd name="connsiteY6" fmla="*/ 2583180 h 3782741"/>
              <a:gd name="connsiteX7" fmla="*/ 2583180 w 4801088"/>
              <a:gd name="connsiteY7" fmla="*/ 0 h 3782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01088" h="3782741">
                <a:moveTo>
                  <a:pt x="2583180" y="0"/>
                </a:moveTo>
                <a:cubicBezTo>
                  <a:pt x="3474837" y="0"/>
                  <a:pt x="4260977" y="451769"/>
                  <a:pt x="4725194" y="1138900"/>
                </a:cubicBezTo>
                <a:lnTo>
                  <a:pt x="4801088" y="1263826"/>
                </a:lnTo>
                <a:lnTo>
                  <a:pt x="4801088" y="3782741"/>
                </a:lnTo>
                <a:lnTo>
                  <a:pt x="296488" y="3782741"/>
                </a:lnTo>
                <a:lnTo>
                  <a:pt x="202999" y="3588671"/>
                </a:lnTo>
                <a:cubicBezTo>
                  <a:pt x="72283" y="3279623"/>
                  <a:pt x="0" y="2939843"/>
                  <a:pt x="0" y="2583180"/>
                </a:cubicBezTo>
                <a:cubicBezTo>
                  <a:pt x="0" y="1156529"/>
                  <a:pt x="1156529" y="0"/>
                  <a:pt x="2583180" y="0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en-US" sz="1350">
              <a:solidFill>
                <a:prstClr val="white"/>
              </a:solidFill>
              <a:latin typeface="Calibri" panose="020F0502020204030204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5A1F09-A1D2-4118-B716-5B489917BC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4724789"/>
            <a:ext cx="9144000" cy="18429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55922C-DDD4-4EAE-A63C-AA6C7C22CA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728" y="41635"/>
            <a:ext cx="7572088" cy="1801305"/>
          </a:xfrm>
          <a:prstGeom prst="rect">
            <a:avLst/>
          </a:prstGeom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377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" y="0"/>
            <a:ext cx="914377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6397" y="508838"/>
            <a:ext cx="3913467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0060" y="1243013"/>
            <a:ext cx="2891790" cy="437197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1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Integrity checksum changed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29150" y="804672"/>
            <a:ext cx="3915918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Activity:</a:t>
            </a:r>
            <a:r>
              <a:rPr lang="en-US" sz="1600" b="0" dirty="0">
                <a:solidFill>
                  <a:schemeClr val="tx2"/>
                </a:solidFill>
              </a:rPr>
              <a:t>   </a:t>
            </a:r>
            <a:r>
              <a:rPr lang="en-US" sz="1600" b="0" dirty="0" err="1">
                <a:solidFill>
                  <a:schemeClr val="tx2"/>
                </a:solidFill>
              </a:rPr>
              <a:t>sudo</a:t>
            </a:r>
            <a:r>
              <a:rPr lang="en-US" sz="1600" b="0" dirty="0">
                <a:solidFill>
                  <a:schemeClr val="tx2"/>
                </a:solidFill>
              </a:rPr>
              <a:t> </a:t>
            </a:r>
            <a:r>
              <a:rPr lang="en-US" sz="1600" b="0" dirty="0" err="1">
                <a:solidFill>
                  <a:schemeClr val="tx2"/>
                </a:solidFill>
              </a:rPr>
              <a:t>sh</a:t>
            </a:r>
            <a:r>
              <a:rPr lang="en-US" sz="1600" b="0" dirty="0">
                <a:solidFill>
                  <a:schemeClr val="tx2"/>
                </a:solidFill>
              </a:rPr>
              <a:t> -c 'echo "# SOC-LAB" &gt;&gt; /</a:t>
            </a:r>
            <a:r>
              <a:rPr lang="en-US" sz="1600" b="0" dirty="0" err="1">
                <a:solidFill>
                  <a:schemeClr val="tx2"/>
                </a:solidFill>
              </a:rPr>
              <a:t>etc</a:t>
            </a:r>
            <a:r>
              <a:rPr lang="en-US" sz="1600" b="0" dirty="0">
                <a:solidFill>
                  <a:schemeClr val="tx2"/>
                </a:solidFill>
              </a:rPr>
              <a:t>/hosts'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Timestamp</a:t>
            </a:r>
            <a:r>
              <a:rPr lang="en-US" sz="1600" b="0" dirty="0">
                <a:solidFill>
                  <a:schemeClr val="tx2"/>
                </a:solidFill>
              </a:rPr>
              <a:t>: Oct 1, 2026 @ 20:51:37.328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2"/>
                </a:solidFill>
              </a:rPr>
              <a:t>Wazuh</a:t>
            </a:r>
            <a:r>
              <a:rPr lang="en-US" sz="1600" b="1" dirty="0">
                <a:solidFill>
                  <a:schemeClr val="tx2"/>
                </a:solidFill>
              </a:rPr>
              <a:t> Rule ID</a:t>
            </a:r>
            <a:r>
              <a:rPr lang="en-US" sz="1600" b="0" dirty="0">
                <a:solidFill>
                  <a:schemeClr val="tx2"/>
                </a:solidFill>
              </a:rPr>
              <a:t>:   550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 err="1">
                <a:solidFill>
                  <a:schemeClr val="tx2"/>
                </a:solidFill>
              </a:rPr>
              <a:t>Wazuh</a:t>
            </a:r>
            <a:r>
              <a:rPr lang="en-US" sz="1600" b="1" dirty="0">
                <a:solidFill>
                  <a:schemeClr val="tx2"/>
                </a:solidFill>
              </a:rPr>
              <a:t> rule description</a:t>
            </a:r>
            <a:r>
              <a:rPr lang="en-US" sz="1600" b="0" dirty="0">
                <a:solidFill>
                  <a:schemeClr val="tx2"/>
                </a:solidFill>
              </a:rPr>
              <a:t>:  Integrity checksum changed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Severity </a:t>
            </a:r>
            <a:r>
              <a:rPr lang="en-US" sz="1600" b="0" dirty="0">
                <a:solidFill>
                  <a:schemeClr val="tx2"/>
                </a:solidFill>
              </a:rPr>
              <a:t>: 7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Agent:</a:t>
            </a:r>
            <a:r>
              <a:rPr lang="en-US" sz="1600" b="0" dirty="0">
                <a:solidFill>
                  <a:schemeClr val="tx2"/>
                </a:solidFill>
              </a:rPr>
              <a:t>  Ubuntu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User</a:t>
            </a:r>
            <a:r>
              <a:rPr lang="en-US" sz="1600" b="0" dirty="0">
                <a:solidFill>
                  <a:schemeClr val="tx2"/>
                </a:solidFill>
              </a:rPr>
              <a:t>: Ubuntu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Command/Event</a:t>
            </a:r>
            <a:r>
              <a:rPr lang="en-US" sz="1600" b="0" dirty="0">
                <a:solidFill>
                  <a:schemeClr val="tx2"/>
                </a:solidFill>
              </a:rPr>
              <a:t>: system integrity changed  </a:t>
            </a:r>
            <a:r>
              <a:rPr lang="en-US" sz="1600" b="0" dirty="0" err="1">
                <a:solidFill>
                  <a:schemeClr val="tx2"/>
                </a:solidFill>
              </a:rPr>
              <a:t>i.e</a:t>
            </a:r>
            <a:r>
              <a:rPr lang="en-US" sz="1600" b="0" dirty="0">
                <a:solidFill>
                  <a:schemeClr val="tx2"/>
                </a:solidFill>
              </a:rPr>
              <a:t> /</a:t>
            </a:r>
            <a:r>
              <a:rPr lang="en-US" sz="1600" b="0" dirty="0" err="1">
                <a:solidFill>
                  <a:schemeClr val="tx2"/>
                </a:solidFill>
              </a:rPr>
              <a:t>etc</a:t>
            </a:r>
            <a:r>
              <a:rPr lang="en-US" sz="1600" b="0" dirty="0">
                <a:solidFill>
                  <a:schemeClr val="tx2"/>
                </a:solidFill>
              </a:rPr>
              <a:t>/hosts modified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MITRE ATT&amp;CK</a:t>
            </a:r>
            <a:r>
              <a:rPr lang="en-US" sz="1600" b="0" dirty="0">
                <a:solidFill>
                  <a:schemeClr val="tx2"/>
                </a:solidFill>
              </a:rPr>
              <a:t>:  T1565.001 Stored Data Manipulation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tx2"/>
                </a:solidFill>
              </a:rPr>
              <a:t>Finding :</a:t>
            </a:r>
            <a:r>
              <a:rPr lang="en-US" sz="1600" b="0" dirty="0">
                <a:solidFill>
                  <a:schemeClr val="tx2"/>
                </a:solidFill>
              </a:rPr>
              <a:t> The /</a:t>
            </a:r>
            <a:r>
              <a:rPr lang="en-US" sz="1600" b="0" dirty="0" err="1">
                <a:solidFill>
                  <a:schemeClr val="tx2"/>
                </a:solidFill>
              </a:rPr>
              <a:t>etc</a:t>
            </a:r>
            <a:r>
              <a:rPr lang="en-US" sz="1600" b="0" dirty="0">
                <a:solidFill>
                  <a:schemeClr val="tx2"/>
                </a:solidFill>
              </a:rPr>
              <a:t>/hosts system configuration file was modified, resulting in an integrity checksum change detected by </a:t>
            </a:r>
            <a:r>
              <a:rPr lang="en-US" sz="1600" b="0" dirty="0" err="1">
                <a:solidFill>
                  <a:schemeClr val="tx2"/>
                </a:solidFill>
              </a:rPr>
              <a:t>Wazuh</a:t>
            </a:r>
            <a:r>
              <a:rPr lang="en-US" sz="1600" b="0" dirty="0">
                <a:solidFill>
                  <a:schemeClr val="tx2"/>
                </a:solidFill>
              </a:rPr>
              <a:t>. Such unauthorized modification of system data could be used to alter system behavior or configuration.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522" y="1209220"/>
            <a:ext cx="6860955" cy="2337238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49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CAPSTONE PROJECT</a:t>
            </a:r>
          </a:p>
        </p:txBody>
      </p:sp>
      <p:sp>
        <p:nvSpPr>
          <p:cNvPr id="2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6401" y="2383077"/>
            <a:ext cx="113652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3273" y="2265467"/>
            <a:ext cx="10427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2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68625" y="2537201"/>
            <a:ext cx="95786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4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8039" y="2832967"/>
            <a:ext cx="71820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6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79199" y="2803988"/>
            <a:ext cx="68354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8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0053" y="3242499"/>
            <a:ext cx="81469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9141714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CED4D40-4B67-4331-AC48-79B82B4A4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160" y="417576"/>
            <a:ext cx="8182230" cy="124939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</a:pPr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Step1 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9160" y="1809541"/>
            <a:ext cx="8182233" cy="68740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lang="en-US"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Ubuntu agent endpoint actively connected to Wazuh manager and screenshot confirms its active</a:t>
            </a:r>
          </a:p>
        </p:txBody>
      </p:sp>
      <p:sp>
        <p:nvSpPr>
          <p:cNvPr id="11" name="sketch line">
            <a:extLst>
              <a:ext uri="{FF2B5EF4-FFF2-40B4-BE49-F238E27FC236}">
                <a16:creationId xmlns:a16="http://schemas.microsoft.com/office/drawing/2014/main" id="{670CEDEF-4F34-412E-84EE-329C1E936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55776" y="1733454"/>
            <a:ext cx="3429000" cy="18288"/>
          </a:xfrm>
          <a:custGeom>
            <a:avLst/>
            <a:gdLst>
              <a:gd name="csX0" fmla="*/ 0 w 3429000"/>
              <a:gd name="csY0" fmla="*/ 0 h 18288"/>
              <a:gd name="csX1" fmla="*/ 685800 w 3429000"/>
              <a:gd name="csY1" fmla="*/ 0 h 18288"/>
              <a:gd name="csX2" fmla="*/ 1371600 w 3429000"/>
              <a:gd name="csY2" fmla="*/ 0 h 18288"/>
              <a:gd name="csX3" fmla="*/ 2057400 w 3429000"/>
              <a:gd name="csY3" fmla="*/ 0 h 18288"/>
              <a:gd name="csX4" fmla="*/ 2674620 w 3429000"/>
              <a:gd name="csY4" fmla="*/ 0 h 18288"/>
              <a:gd name="csX5" fmla="*/ 3429000 w 3429000"/>
              <a:gd name="csY5" fmla="*/ 0 h 18288"/>
              <a:gd name="csX6" fmla="*/ 3429000 w 3429000"/>
              <a:gd name="csY6" fmla="*/ 18288 h 18288"/>
              <a:gd name="csX7" fmla="*/ 2811780 w 3429000"/>
              <a:gd name="csY7" fmla="*/ 18288 h 18288"/>
              <a:gd name="csX8" fmla="*/ 2228850 w 3429000"/>
              <a:gd name="csY8" fmla="*/ 18288 h 18288"/>
              <a:gd name="csX9" fmla="*/ 1543050 w 3429000"/>
              <a:gd name="csY9" fmla="*/ 18288 h 18288"/>
              <a:gd name="csX10" fmla="*/ 925830 w 3429000"/>
              <a:gd name="csY10" fmla="*/ 18288 h 18288"/>
              <a:gd name="csX11" fmla="*/ 0 w 3429000"/>
              <a:gd name="csY11" fmla="*/ 18288 h 18288"/>
              <a:gd name="csX12" fmla="*/ 0 w 342900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29000" h="18288" fill="none" extrusionOk="0">
                <a:moveTo>
                  <a:pt x="0" y="0"/>
                </a:moveTo>
                <a:cubicBezTo>
                  <a:pt x="219865" y="20479"/>
                  <a:pt x="493281" y="26186"/>
                  <a:pt x="685800" y="0"/>
                </a:cubicBezTo>
                <a:cubicBezTo>
                  <a:pt x="878319" y="-26186"/>
                  <a:pt x="1121382" y="-11869"/>
                  <a:pt x="1371600" y="0"/>
                </a:cubicBezTo>
                <a:cubicBezTo>
                  <a:pt x="1621818" y="11869"/>
                  <a:pt x="1878793" y="32281"/>
                  <a:pt x="2057400" y="0"/>
                </a:cubicBezTo>
                <a:cubicBezTo>
                  <a:pt x="2236007" y="-32281"/>
                  <a:pt x="2433797" y="-18251"/>
                  <a:pt x="2674620" y="0"/>
                </a:cubicBezTo>
                <a:cubicBezTo>
                  <a:pt x="2915443" y="18251"/>
                  <a:pt x="3205923" y="-1443"/>
                  <a:pt x="3429000" y="0"/>
                </a:cubicBezTo>
                <a:cubicBezTo>
                  <a:pt x="3429442" y="4516"/>
                  <a:pt x="3428173" y="12266"/>
                  <a:pt x="3429000" y="18288"/>
                </a:cubicBezTo>
                <a:cubicBezTo>
                  <a:pt x="3221081" y="48608"/>
                  <a:pt x="3088001" y="8066"/>
                  <a:pt x="2811780" y="18288"/>
                </a:cubicBezTo>
                <a:cubicBezTo>
                  <a:pt x="2535559" y="28510"/>
                  <a:pt x="2481355" y="24898"/>
                  <a:pt x="2228850" y="18288"/>
                </a:cubicBezTo>
                <a:cubicBezTo>
                  <a:pt x="1976345" y="11679"/>
                  <a:pt x="1807520" y="48356"/>
                  <a:pt x="1543050" y="18288"/>
                </a:cubicBezTo>
                <a:cubicBezTo>
                  <a:pt x="1278580" y="-11780"/>
                  <a:pt x="1181944" y="5123"/>
                  <a:pt x="925830" y="18288"/>
                </a:cubicBezTo>
                <a:cubicBezTo>
                  <a:pt x="669716" y="31453"/>
                  <a:pt x="410304" y="34815"/>
                  <a:pt x="0" y="18288"/>
                </a:cubicBezTo>
                <a:cubicBezTo>
                  <a:pt x="-306" y="11477"/>
                  <a:pt x="485" y="4355"/>
                  <a:pt x="0" y="0"/>
                </a:cubicBezTo>
                <a:close/>
              </a:path>
              <a:path w="3429000" h="18288" stroke="0" extrusionOk="0">
                <a:moveTo>
                  <a:pt x="0" y="0"/>
                </a:moveTo>
                <a:cubicBezTo>
                  <a:pt x="174095" y="-12874"/>
                  <a:pt x="443087" y="-14090"/>
                  <a:pt x="617220" y="0"/>
                </a:cubicBezTo>
                <a:cubicBezTo>
                  <a:pt x="791353" y="14090"/>
                  <a:pt x="1072677" y="8451"/>
                  <a:pt x="1200150" y="0"/>
                </a:cubicBezTo>
                <a:cubicBezTo>
                  <a:pt x="1327623" y="-8451"/>
                  <a:pt x="1526638" y="19866"/>
                  <a:pt x="1817370" y="0"/>
                </a:cubicBezTo>
                <a:cubicBezTo>
                  <a:pt x="2108102" y="-19866"/>
                  <a:pt x="2221289" y="26161"/>
                  <a:pt x="2503170" y="0"/>
                </a:cubicBezTo>
                <a:cubicBezTo>
                  <a:pt x="2785051" y="-26161"/>
                  <a:pt x="3022134" y="39178"/>
                  <a:pt x="3429000" y="0"/>
                </a:cubicBezTo>
                <a:cubicBezTo>
                  <a:pt x="3429577" y="4624"/>
                  <a:pt x="3429819" y="11191"/>
                  <a:pt x="3429000" y="18288"/>
                </a:cubicBezTo>
                <a:cubicBezTo>
                  <a:pt x="3103464" y="593"/>
                  <a:pt x="2887909" y="22940"/>
                  <a:pt x="2743200" y="18288"/>
                </a:cubicBezTo>
                <a:cubicBezTo>
                  <a:pt x="2598491" y="13636"/>
                  <a:pt x="2362615" y="10656"/>
                  <a:pt x="1988820" y="18288"/>
                </a:cubicBezTo>
                <a:cubicBezTo>
                  <a:pt x="1615025" y="25920"/>
                  <a:pt x="1580494" y="3693"/>
                  <a:pt x="1405890" y="18288"/>
                </a:cubicBezTo>
                <a:cubicBezTo>
                  <a:pt x="1231286" y="32884"/>
                  <a:pt x="885259" y="-16285"/>
                  <a:pt x="651510" y="18288"/>
                </a:cubicBezTo>
                <a:cubicBezTo>
                  <a:pt x="417761" y="52861"/>
                  <a:pt x="138362" y="-13856"/>
                  <a:pt x="0" y="18288"/>
                </a:cubicBezTo>
                <a:cubicBezTo>
                  <a:pt x="-171" y="12755"/>
                  <a:pt x="-690" y="793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615E4C9-670A-4A8C-AA0F-97EA15D6D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" y="2734056"/>
            <a:ext cx="9079992" cy="341979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468" y="3296652"/>
            <a:ext cx="9151584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905833"/>
            <a:ext cx="3161297" cy="2398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 2: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89947" y="3429000"/>
            <a:ext cx="4983939" cy="325482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/>
              <a:t>Run command in Ubuntu to create the file (see screenshot below)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/>
              <a:t>The command successfully created the 68-byte EICAR test file.</a:t>
            </a:r>
          </a:p>
          <a:p>
            <a:pPr defTabSz="914400">
              <a:lnSpc>
                <a:spcPct val="90000"/>
              </a:lnSpc>
              <a:spcAft>
                <a:spcPts val="500"/>
              </a:spcAft>
            </a:pPr>
            <a:r>
              <a:rPr lang="en-US" sz="1400" b="1" dirty="0"/>
              <a:t>File information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/>
              <a:t>Filename: eicar.com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/>
              <a:t>File path: /root/eicar.com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/>
              <a:t>Endpoint: Ubuntu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/>
              <a:t>Timestamp: October 3, 2026 @ 01:44:39.268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1A1506-2CEA-4DFC-8856-18219A7F35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798658"/>
            <a:ext cx="8732520" cy="191250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FCA321-2DF0-B140-F931-205354C0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53A170-E0F7-0BCA-C37B-E5EB25728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633F91C-7DCA-F68B-408B-45CC5B54D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72B1FE-6953-1C0C-277A-DF8CBEAF8F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File hashes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289F48E1-549C-30D0-DE31-DBAFD98902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92BAFD-3055-90E7-34BF-C5F21B231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F8245027-DD1D-E5EF-15C6-B6650B4E4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3F588023-9257-9942-B605-8F7C352EE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73373BC-1EE0-D86D-F4D8-E792DE0E83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7CC87429-7EB1-77C7-A020-6701165B9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799BE422-9B4D-4E0E-A36F-62B9FB0E8D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F9D41AC-6042-2601-0857-C5F2056100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E7B3DB9B-6327-C459-75AE-38E34F54AD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9905A587-A33D-A603-EBC8-D32B6B5CEA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6BBDA38E-0F27-D069-7722-0BE5F19DE9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122CD536-1D1B-F742-B574-CC714F6DEB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88B215D3-F54B-E3F3-8FE6-44A19CBBF2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99F5B278-0270-5ABF-72DD-13F8B69DCA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70369A7-C4AC-4931-F50C-D740348CC2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CDECEAF8-80C8-F172-2704-83D0004AF1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5F8DF08A-C023-7DDE-5C27-2434C7ADF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EE831CBD-86F3-FB3B-FB3A-8C38F700F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CFE18658-70A6-18B3-3F38-4D4D458A00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F930614A-45DB-643A-FA54-4D97418028EE}"/>
              </a:ext>
            </a:extLst>
          </p:cNvPr>
          <p:cNvGraphicFramePr/>
          <p:nvPr/>
        </p:nvGraphicFramePr>
        <p:xfrm>
          <a:off x="4113104" y="477540"/>
          <a:ext cx="4726201" cy="58788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327997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C541B88-1AE9-40C3-AFD5-967787C197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F17139-31EE-46AC-B04F-DBBD852DD6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66794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195697"/>
            <a:ext cx="2400300" cy="423811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2400" kern="1200" dirty="0" err="1">
                <a:solidFill>
                  <a:schemeClr val="bg1"/>
                </a:solidFill>
                <a:latin typeface="+mj-lt"/>
                <a:ea typeface="+mj-ea"/>
                <a:cs typeface="+mj-cs"/>
              </a:rPr>
              <a:t>Wazuhfile</a:t>
            </a:r>
            <a:r>
              <a:rPr lang="en-US" sz="2400" kern="1200" dirty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 Integrity Monitoring in real time:</a:t>
            </a:r>
          </a:p>
        </p:txBody>
      </p:sp>
      <p:grpSp>
        <p:nvGrpSpPr>
          <p:cNvPr id="13" name="Graphic 38">
            <a:extLst>
              <a:ext uri="{FF2B5EF4-FFF2-40B4-BE49-F238E27FC236}">
                <a16:creationId xmlns:a16="http://schemas.microsoft.com/office/drawing/2014/main" id="{7CF625D3-71A3-4F30-A096-8EF334E959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2912"/>
            <a:ext cx="1432689" cy="709660"/>
            <a:chOff x="2267504" y="2540250"/>
            <a:chExt cx="1990951" cy="739640"/>
          </a:xfrm>
          <a:solidFill>
            <a:schemeClr val="bg1"/>
          </a:solidFill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6754E2F-F56E-4BA3-99DD-8EBF110E34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54025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5835 h 286230"/>
                <a:gd name="connsiteX8" fmla="*/ 255835 w 1990951"/>
                <a:gd name="connsiteY8" fmla="*/ 0 h 286230"/>
                <a:gd name="connsiteX9" fmla="*/ 504071 w 1990951"/>
                <a:gd name="connsiteY9" fmla="*/ 245703 h 286230"/>
                <a:gd name="connsiteX10" fmla="*/ 749773 w 1990951"/>
                <a:gd name="connsiteY10" fmla="*/ 0 h 286230"/>
                <a:gd name="connsiteX11" fmla="*/ 995476 w 1990951"/>
                <a:gd name="connsiteY11" fmla="*/ 245703 h 286230"/>
                <a:gd name="connsiteX12" fmla="*/ 1243712 w 1990951"/>
                <a:gd name="connsiteY12" fmla="*/ 0 h 286230"/>
                <a:gd name="connsiteX13" fmla="*/ 1489414 w 1990951"/>
                <a:gd name="connsiteY13" fmla="*/ 245703 h 286230"/>
                <a:gd name="connsiteX14" fmla="*/ 1735117 w 1990951"/>
                <a:gd name="connsiteY14" fmla="*/ 0 h 286230"/>
                <a:gd name="connsiteX15" fmla="*/ 1990952 w 1990951"/>
                <a:gd name="connsiteY15" fmla="*/ 255835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5835"/>
                  </a:lnTo>
                  <a:lnTo>
                    <a:pt x="255835" y="0"/>
                  </a:lnTo>
                  <a:lnTo>
                    <a:pt x="504071" y="245703"/>
                  </a:lnTo>
                  <a:lnTo>
                    <a:pt x="749773" y="0"/>
                  </a:lnTo>
                  <a:lnTo>
                    <a:pt x="995476" y="245703"/>
                  </a:lnTo>
                  <a:lnTo>
                    <a:pt x="1243712" y="0"/>
                  </a:lnTo>
                  <a:lnTo>
                    <a:pt x="1489414" y="245703"/>
                  </a:lnTo>
                  <a:lnTo>
                    <a:pt x="1735117" y="0"/>
                  </a:lnTo>
                  <a:lnTo>
                    <a:pt x="1990952" y="255835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4A69059-7C49-49C6-B071-F2A9B558E0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267504" y="2993660"/>
              <a:ext cx="1990951" cy="286230"/>
            </a:xfrm>
            <a:custGeom>
              <a:avLst/>
              <a:gdLst>
                <a:gd name="connsiteX0" fmla="*/ 1489414 w 1990951"/>
                <a:gd name="connsiteY0" fmla="*/ 286231 h 286230"/>
                <a:gd name="connsiteX1" fmla="*/ 1243712 w 1990951"/>
                <a:gd name="connsiteY1" fmla="*/ 40528 h 286230"/>
                <a:gd name="connsiteX2" fmla="*/ 995476 w 1990951"/>
                <a:gd name="connsiteY2" fmla="*/ 286231 h 286230"/>
                <a:gd name="connsiteX3" fmla="*/ 749773 w 1990951"/>
                <a:gd name="connsiteY3" fmla="*/ 40528 h 286230"/>
                <a:gd name="connsiteX4" fmla="*/ 504071 w 1990951"/>
                <a:gd name="connsiteY4" fmla="*/ 286231 h 286230"/>
                <a:gd name="connsiteX5" fmla="*/ 255835 w 1990951"/>
                <a:gd name="connsiteY5" fmla="*/ 40528 h 286230"/>
                <a:gd name="connsiteX6" fmla="*/ 20264 w 1990951"/>
                <a:gd name="connsiteY6" fmla="*/ 276099 h 286230"/>
                <a:gd name="connsiteX7" fmla="*/ 0 w 1990951"/>
                <a:gd name="connsiteY7" fmla="*/ 258368 h 286230"/>
                <a:gd name="connsiteX8" fmla="*/ 255835 w 1990951"/>
                <a:gd name="connsiteY8" fmla="*/ 0 h 286230"/>
                <a:gd name="connsiteX9" fmla="*/ 504071 w 1990951"/>
                <a:gd name="connsiteY9" fmla="*/ 248236 h 286230"/>
                <a:gd name="connsiteX10" fmla="*/ 749773 w 1990951"/>
                <a:gd name="connsiteY10" fmla="*/ 0 h 286230"/>
                <a:gd name="connsiteX11" fmla="*/ 995476 w 1990951"/>
                <a:gd name="connsiteY11" fmla="*/ 248236 h 286230"/>
                <a:gd name="connsiteX12" fmla="*/ 1243712 w 1990951"/>
                <a:gd name="connsiteY12" fmla="*/ 0 h 286230"/>
                <a:gd name="connsiteX13" fmla="*/ 1489414 w 1990951"/>
                <a:gd name="connsiteY13" fmla="*/ 248236 h 286230"/>
                <a:gd name="connsiteX14" fmla="*/ 1735117 w 1990951"/>
                <a:gd name="connsiteY14" fmla="*/ 0 h 286230"/>
                <a:gd name="connsiteX15" fmla="*/ 1990952 w 1990951"/>
                <a:gd name="connsiteY15" fmla="*/ 258368 h 286230"/>
                <a:gd name="connsiteX16" fmla="*/ 1973221 w 1990951"/>
                <a:gd name="connsiteY16" fmla="*/ 276099 h 286230"/>
                <a:gd name="connsiteX17" fmla="*/ 1735117 w 1990951"/>
                <a:gd name="connsiteY17" fmla="*/ 40528 h 2862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90951" h="286230">
                  <a:moveTo>
                    <a:pt x="1489414" y="286231"/>
                  </a:moveTo>
                  <a:lnTo>
                    <a:pt x="1243712" y="40528"/>
                  </a:lnTo>
                  <a:lnTo>
                    <a:pt x="995476" y="286231"/>
                  </a:lnTo>
                  <a:lnTo>
                    <a:pt x="749773" y="40528"/>
                  </a:lnTo>
                  <a:lnTo>
                    <a:pt x="504071" y="286231"/>
                  </a:lnTo>
                  <a:lnTo>
                    <a:pt x="255835" y="40528"/>
                  </a:lnTo>
                  <a:lnTo>
                    <a:pt x="20264" y="276099"/>
                  </a:lnTo>
                  <a:lnTo>
                    <a:pt x="0" y="258368"/>
                  </a:lnTo>
                  <a:lnTo>
                    <a:pt x="255835" y="0"/>
                  </a:lnTo>
                  <a:lnTo>
                    <a:pt x="504071" y="248236"/>
                  </a:lnTo>
                  <a:lnTo>
                    <a:pt x="749773" y="0"/>
                  </a:lnTo>
                  <a:lnTo>
                    <a:pt x="995476" y="248236"/>
                  </a:lnTo>
                  <a:lnTo>
                    <a:pt x="1243712" y="0"/>
                  </a:lnTo>
                  <a:lnTo>
                    <a:pt x="1489414" y="248236"/>
                  </a:lnTo>
                  <a:lnTo>
                    <a:pt x="1735117" y="0"/>
                  </a:lnTo>
                  <a:lnTo>
                    <a:pt x="1990952" y="258368"/>
                  </a:lnTo>
                  <a:lnTo>
                    <a:pt x="1973221" y="276099"/>
                  </a:lnTo>
                  <a:lnTo>
                    <a:pt x="1735117" y="40528"/>
                  </a:lnTo>
                  <a:close/>
                </a:path>
              </a:pathLst>
            </a:custGeom>
            <a:grpFill/>
            <a:ln w="2532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7" name="Oval 16">
            <a:extLst>
              <a:ext uri="{FF2B5EF4-FFF2-40B4-BE49-F238E27FC236}">
                <a16:creationId xmlns:a16="http://schemas.microsoft.com/office/drawing/2014/main" id="{89D16701-DA76-4F72-BB63-E2C3FFBDFE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CC28BE1-9DC6-43FE-9582-39F091098D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695" y="4752208"/>
            <a:ext cx="273765" cy="36502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1" name="Graphic 4">
            <a:extLst>
              <a:ext uri="{FF2B5EF4-FFF2-40B4-BE49-F238E27FC236}">
                <a16:creationId xmlns:a16="http://schemas.microsoft.com/office/drawing/2014/main" id="{AF9AF3F3-CE0C-4125-BDD7-346487FA0B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82214" y="5539935"/>
            <a:ext cx="731374" cy="975171"/>
            <a:chOff x="5829300" y="3162300"/>
            <a:chExt cx="532256" cy="532257"/>
          </a:xfrm>
          <a:solidFill>
            <a:schemeClr val="bg1"/>
          </a:solidFill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31DFBFA-CF4D-4940-9086-26F83E5C6B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9208" y="3192208"/>
              <a:ext cx="112966" cy="112966"/>
            </a:xfrm>
            <a:custGeom>
              <a:avLst/>
              <a:gdLst>
                <a:gd name="connsiteX0" fmla="*/ 112967 w 112966"/>
                <a:gd name="connsiteY0" fmla="*/ 0 h 112966"/>
                <a:gd name="connsiteX1" fmla="*/ 0 w 112966"/>
                <a:gd name="connsiteY1" fmla="*/ 112967 h 112966"/>
                <a:gd name="connsiteX2" fmla="*/ 112967 w 112966"/>
                <a:gd name="connsiteY2" fmla="*/ 0 h 1129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2966" h="112966">
                  <a:moveTo>
                    <a:pt x="112967" y="0"/>
                  </a:moveTo>
                  <a:lnTo>
                    <a:pt x="0" y="112967"/>
                  </a:lnTo>
                  <a:cubicBezTo>
                    <a:pt x="25356" y="64747"/>
                    <a:pt x="64747" y="25356"/>
                    <a:pt x="11296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27854033-BD20-4C77-8C5B-048F4B3BD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1205" y="3164205"/>
              <a:ext cx="230314" cy="230314"/>
            </a:xfrm>
            <a:custGeom>
              <a:avLst/>
              <a:gdLst>
                <a:gd name="connsiteX0" fmla="*/ 230314 w 230314"/>
                <a:gd name="connsiteY0" fmla="*/ 0 h 230314"/>
                <a:gd name="connsiteX1" fmla="*/ 0 w 230314"/>
                <a:gd name="connsiteY1" fmla="*/ 230314 h 230314"/>
                <a:gd name="connsiteX2" fmla="*/ 3524 w 230314"/>
                <a:gd name="connsiteY2" fmla="*/ 209550 h 230314"/>
                <a:gd name="connsiteX3" fmla="*/ 209550 w 230314"/>
                <a:gd name="connsiteY3" fmla="*/ 3524 h 230314"/>
                <a:gd name="connsiteX4" fmla="*/ 230314 w 230314"/>
                <a:gd name="connsiteY4" fmla="*/ 0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0314" h="230314">
                  <a:moveTo>
                    <a:pt x="230314" y="0"/>
                  </a:moveTo>
                  <a:lnTo>
                    <a:pt x="0" y="230314"/>
                  </a:lnTo>
                  <a:cubicBezTo>
                    <a:pt x="953" y="223361"/>
                    <a:pt x="2095" y="216408"/>
                    <a:pt x="3524" y="209550"/>
                  </a:cubicBezTo>
                  <a:lnTo>
                    <a:pt x="209550" y="3524"/>
                  </a:lnTo>
                  <a:cubicBezTo>
                    <a:pt x="216408" y="2095"/>
                    <a:pt x="223361" y="953"/>
                    <a:pt x="230314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C93AA74-BEB3-444F-835B-7AA6ECE617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29300" y="3162300"/>
              <a:ext cx="294131" cy="294131"/>
            </a:xfrm>
            <a:custGeom>
              <a:avLst/>
              <a:gdLst>
                <a:gd name="connsiteX0" fmla="*/ 294132 w 294131"/>
                <a:gd name="connsiteY0" fmla="*/ 1238 h 294131"/>
                <a:gd name="connsiteX1" fmla="*/ 1238 w 294131"/>
                <a:gd name="connsiteY1" fmla="*/ 294132 h 294131"/>
                <a:gd name="connsiteX2" fmla="*/ 0 w 294131"/>
                <a:gd name="connsiteY2" fmla="*/ 278225 h 294131"/>
                <a:gd name="connsiteX3" fmla="*/ 278225 w 294131"/>
                <a:gd name="connsiteY3" fmla="*/ 0 h 294131"/>
                <a:gd name="connsiteX4" fmla="*/ 294132 w 294131"/>
                <a:gd name="connsiteY4" fmla="*/ 1238 h 29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4131" h="294131">
                  <a:moveTo>
                    <a:pt x="294132" y="1238"/>
                  </a:moveTo>
                  <a:lnTo>
                    <a:pt x="1238" y="294132"/>
                  </a:lnTo>
                  <a:cubicBezTo>
                    <a:pt x="667" y="288893"/>
                    <a:pt x="0" y="283559"/>
                    <a:pt x="0" y="278225"/>
                  </a:cubicBezTo>
                  <a:lnTo>
                    <a:pt x="278225" y="0"/>
                  </a:lnTo>
                  <a:cubicBezTo>
                    <a:pt x="283559" y="0"/>
                    <a:pt x="288893" y="667"/>
                    <a:pt x="294132" y="123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F00DF1C9-6952-4704-B8B3-95406E18E4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37205" y="3170110"/>
              <a:ext cx="337184" cy="337280"/>
            </a:xfrm>
            <a:custGeom>
              <a:avLst/>
              <a:gdLst>
                <a:gd name="connsiteX0" fmla="*/ 337185 w 337184"/>
                <a:gd name="connsiteY0" fmla="*/ 3905 h 337280"/>
                <a:gd name="connsiteX1" fmla="*/ 3810 w 337184"/>
                <a:gd name="connsiteY1" fmla="*/ 337280 h 337280"/>
                <a:gd name="connsiteX2" fmla="*/ 0 w 337184"/>
                <a:gd name="connsiteY2" fmla="*/ 323850 h 337280"/>
                <a:gd name="connsiteX3" fmla="*/ 323850 w 337184"/>
                <a:gd name="connsiteY3" fmla="*/ 0 h 337280"/>
                <a:gd name="connsiteX4" fmla="*/ 337185 w 337184"/>
                <a:gd name="connsiteY4" fmla="*/ 3905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184" h="337280">
                  <a:moveTo>
                    <a:pt x="337185" y="3905"/>
                  </a:moveTo>
                  <a:lnTo>
                    <a:pt x="3810" y="337280"/>
                  </a:lnTo>
                  <a:cubicBezTo>
                    <a:pt x="2381" y="332899"/>
                    <a:pt x="1143" y="328422"/>
                    <a:pt x="0" y="323850"/>
                  </a:cubicBezTo>
                  <a:lnTo>
                    <a:pt x="323850" y="0"/>
                  </a:lnTo>
                  <a:cubicBezTo>
                    <a:pt x="328327" y="1715"/>
                    <a:pt x="332804" y="2477"/>
                    <a:pt x="337185" y="39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B34783FD-297C-40D2-964B-DBAE4DE283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3207" y="3186207"/>
              <a:ext cx="364617" cy="364617"/>
            </a:xfrm>
            <a:custGeom>
              <a:avLst/>
              <a:gdLst>
                <a:gd name="connsiteX0" fmla="*/ 364617 w 364617"/>
                <a:gd name="connsiteY0" fmla="*/ 5620 h 364617"/>
                <a:gd name="connsiteX1" fmla="*/ 5620 w 364617"/>
                <a:gd name="connsiteY1" fmla="*/ 364617 h 364617"/>
                <a:gd name="connsiteX2" fmla="*/ 0 w 364617"/>
                <a:gd name="connsiteY2" fmla="*/ 353187 h 364617"/>
                <a:gd name="connsiteX3" fmla="*/ 353187 w 364617"/>
                <a:gd name="connsiteY3" fmla="*/ 0 h 364617"/>
                <a:gd name="connsiteX4" fmla="*/ 364617 w 364617"/>
                <a:gd name="connsiteY4" fmla="*/ 5620 h 364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4617" h="364617">
                  <a:moveTo>
                    <a:pt x="364617" y="5620"/>
                  </a:moveTo>
                  <a:lnTo>
                    <a:pt x="5620" y="364617"/>
                  </a:lnTo>
                  <a:cubicBezTo>
                    <a:pt x="3620" y="360902"/>
                    <a:pt x="1715" y="357092"/>
                    <a:pt x="0" y="353187"/>
                  </a:cubicBezTo>
                  <a:lnTo>
                    <a:pt x="353187" y="0"/>
                  </a:lnTo>
                  <a:cubicBezTo>
                    <a:pt x="357092" y="1715"/>
                    <a:pt x="360902" y="3715"/>
                    <a:pt x="364617" y="562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E621623-0357-4FD5-A1AC-4005010259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5305" y="3208305"/>
              <a:ext cx="380238" cy="380238"/>
            </a:xfrm>
            <a:custGeom>
              <a:avLst/>
              <a:gdLst>
                <a:gd name="connsiteX0" fmla="*/ 380238 w 380238"/>
                <a:gd name="connsiteY0" fmla="*/ 7239 h 380238"/>
                <a:gd name="connsiteX1" fmla="*/ 7239 w 380238"/>
                <a:gd name="connsiteY1" fmla="*/ 380238 h 380238"/>
                <a:gd name="connsiteX2" fmla="*/ 0 w 380238"/>
                <a:gd name="connsiteY2" fmla="*/ 370713 h 380238"/>
                <a:gd name="connsiteX3" fmla="*/ 370237 w 380238"/>
                <a:gd name="connsiteY3" fmla="*/ 0 h 380238"/>
                <a:gd name="connsiteX4" fmla="*/ 380238 w 380238"/>
                <a:gd name="connsiteY4" fmla="*/ 7239 h 380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0238" h="380238">
                  <a:moveTo>
                    <a:pt x="380238" y="7239"/>
                  </a:moveTo>
                  <a:lnTo>
                    <a:pt x="7239" y="380238"/>
                  </a:lnTo>
                  <a:cubicBezTo>
                    <a:pt x="4763" y="377000"/>
                    <a:pt x="2381" y="373571"/>
                    <a:pt x="0" y="370713"/>
                  </a:cubicBezTo>
                  <a:lnTo>
                    <a:pt x="370237" y="0"/>
                  </a:lnTo>
                  <a:cubicBezTo>
                    <a:pt x="373571" y="2381"/>
                    <a:pt x="377000" y="4763"/>
                    <a:pt x="380238" y="723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024F346E-10A0-458F-A9CA-8C0079472F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02832" y="3235832"/>
              <a:ext cx="385191" cy="385191"/>
            </a:xfrm>
            <a:custGeom>
              <a:avLst/>
              <a:gdLst>
                <a:gd name="connsiteX0" fmla="*/ 380905 w 385191"/>
                <a:gd name="connsiteY0" fmla="*/ 4286 h 385191"/>
                <a:gd name="connsiteX1" fmla="*/ 385191 w 385191"/>
                <a:gd name="connsiteY1" fmla="*/ 8573 h 385191"/>
                <a:gd name="connsiteX2" fmla="*/ 8573 w 385191"/>
                <a:gd name="connsiteY2" fmla="*/ 385191 h 385191"/>
                <a:gd name="connsiteX3" fmla="*/ 4286 w 385191"/>
                <a:gd name="connsiteY3" fmla="*/ 380905 h 385191"/>
                <a:gd name="connsiteX4" fmla="*/ 0 w 385191"/>
                <a:gd name="connsiteY4" fmla="*/ 376523 h 385191"/>
                <a:gd name="connsiteX5" fmla="*/ 376523 w 385191"/>
                <a:gd name="connsiteY5" fmla="*/ 0 h 385191"/>
                <a:gd name="connsiteX6" fmla="*/ 380905 w 385191"/>
                <a:gd name="connsiteY6" fmla="*/ 4286 h 3851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5191" h="385191">
                  <a:moveTo>
                    <a:pt x="380905" y="4286"/>
                  </a:moveTo>
                  <a:lnTo>
                    <a:pt x="385191" y="8573"/>
                  </a:lnTo>
                  <a:lnTo>
                    <a:pt x="8573" y="385191"/>
                  </a:lnTo>
                  <a:lnTo>
                    <a:pt x="4286" y="380905"/>
                  </a:lnTo>
                  <a:cubicBezTo>
                    <a:pt x="2762" y="379476"/>
                    <a:pt x="1334" y="377952"/>
                    <a:pt x="0" y="376523"/>
                  </a:cubicBezTo>
                  <a:lnTo>
                    <a:pt x="376523" y="0"/>
                  </a:lnTo>
                  <a:cubicBezTo>
                    <a:pt x="377952" y="1334"/>
                    <a:pt x="379476" y="2667"/>
                    <a:pt x="380905" y="4286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937A2F7-01A9-47F3-BED6-B61D998408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35789" y="3268313"/>
              <a:ext cx="379761" cy="380237"/>
            </a:xfrm>
            <a:custGeom>
              <a:avLst/>
              <a:gdLst>
                <a:gd name="connsiteX0" fmla="*/ 372428 w 379761"/>
                <a:gd name="connsiteY0" fmla="*/ 0 h 380237"/>
                <a:gd name="connsiteX1" fmla="*/ 379762 w 379761"/>
                <a:gd name="connsiteY1" fmla="*/ 9525 h 380237"/>
                <a:gd name="connsiteX2" fmla="*/ 9525 w 379761"/>
                <a:gd name="connsiteY2" fmla="*/ 380238 h 380237"/>
                <a:gd name="connsiteX3" fmla="*/ 0 w 379761"/>
                <a:gd name="connsiteY3" fmla="*/ 372904 h 3802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9761" h="380237">
                  <a:moveTo>
                    <a:pt x="372428" y="0"/>
                  </a:moveTo>
                  <a:cubicBezTo>
                    <a:pt x="374999" y="3239"/>
                    <a:pt x="377381" y="6572"/>
                    <a:pt x="379762" y="9525"/>
                  </a:cubicBezTo>
                  <a:lnTo>
                    <a:pt x="9525" y="380238"/>
                  </a:lnTo>
                  <a:cubicBezTo>
                    <a:pt x="6096" y="377857"/>
                    <a:pt x="2762" y="375476"/>
                    <a:pt x="0" y="37290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5B44DAF8-5073-441A-82E1-180385D35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2841" y="3305841"/>
              <a:ext cx="364807" cy="364807"/>
            </a:xfrm>
            <a:custGeom>
              <a:avLst/>
              <a:gdLst>
                <a:gd name="connsiteX0" fmla="*/ 359188 w 364807"/>
                <a:gd name="connsiteY0" fmla="*/ 0 h 364807"/>
                <a:gd name="connsiteX1" fmla="*/ 364808 w 364807"/>
                <a:gd name="connsiteY1" fmla="*/ 11621 h 364807"/>
                <a:gd name="connsiteX2" fmla="*/ 11621 w 364807"/>
                <a:gd name="connsiteY2" fmla="*/ 364808 h 364807"/>
                <a:gd name="connsiteX3" fmla="*/ 0 w 364807"/>
                <a:gd name="connsiteY3" fmla="*/ 359188 h 364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4807" h="364807">
                  <a:moveTo>
                    <a:pt x="359188" y="0"/>
                  </a:moveTo>
                  <a:cubicBezTo>
                    <a:pt x="361188" y="3905"/>
                    <a:pt x="362998" y="7715"/>
                    <a:pt x="364808" y="11621"/>
                  </a:cubicBezTo>
                  <a:lnTo>
                    <a:pt x="11621" y="364808"/>
                  </a:lnTo>
                  <a:cubicBezTo>
                    <a:pt x="7715" y="362998"/>
                    <a:pt x="3905" y="361188"/>
                    <a:pt x="0" y="35918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2B0413D-0E36-4A90-8E6A-9EDC676A60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16370" y="3349466"/>
              <a:ext cx="337280" cy="337280"/>
            </a:xfrm>
            <a:custGeom>
              <a:avLst/>
              <a:gdLst>
                <a:gd name="connsiteX0" fmla="*/ 333470 w 337280"/>
                <a:gd name="connsiteY0" fmla="*/ 0 h 337280"/>
                <a:gd name="connsiteX1" fmla="*/ 337280 w 337280"/>
                <a:gd name="connsiteY1" fmla="*/ 13430 h 337280"/>
                <a:gd name="connsiteX2" fmla="*/ 13430 w 337280"/>
                <a:gd name="connsiteY2" fmla="*/ 337280 h 337280"/>
                <a:gd name="connsiteX3" fmla="*/ 0 w 337280"/>
                <a:gd name="connsiteY3" fmla="*/ 333470 h 337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7280" h="337280">
                  <a:moveTo>
                    <a:pt x="333470" y="0"/>
                  </a:moveTo>
                  <a:cubicBezTo>
                    <a:pt x="334899" y="4382"/>
                    <a:pt x="336137" y="8858"/>
                    <a:pt x="337280" y="13430"/>
                  </a:cubicBezTo>
                  <a:lnTo>
                    <a:pt x="13430" y="337280"/>
                  </a:lnTo>
                  <a:cubicBezTo>
                    <a:pt x="8858" y="336137"/>
                    <a:pt x="4382" y="334899"/>
                    <a:pt x="0" y="3334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86059ECF-0D50-48AD-B67A-645EC29D3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67329" y="3400425"/>
              <a:ext cx="294227" cy="294132"/>
            </a:xfrm>
            <a:custGeom>
              <a:avLst/>
              <a:gdLst>
                <a:gd name="connsiteX0" fmla="*/ 292989 w 294227"/>
                <a:gd name="connsiteY0" fmla="*/ 0 h 294132"/>
                <a:gd name="connsiteX1" fmla="*/ 294227 w 294227"/>
                <a:gd name="connsiteY1" fmla="*/ 15907 h 294132"/>
                <a:gd name="connsiteX2" fmla="*/ 15907 w 294227"/>
                <a:gd name="connsiteY2" fmla="*/ 294132 h 294132"/>
                <a:gd name="connsiteX3" fmla="*/ 0 w 294227"/>
                <a:gd name="connsiteY3" fmla="*/ 292894 h 294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4227" h="294132">
                  <a:moveTo>
                    <a:pt x="292989" y="0"/>
                  </a:moveTo>
                  <a:cubicBezTo>
                    <a:pt x="293561" y="5334"/>
                    <a:pt x="293942" y="10668"/>
                    <a:pt x="294227" y="15907"/>
                  </a:cubicBezTo>
                  <a:lnTo>
                    <a:pt x="15907" y="294132"/>
                  </a:lnTo>
                  <a:cubicBezTo>
                    <a:pt x="10668" y="294132"/>
                    <a:pt x="5334" y="293465"/>
                    <a:pt x="0" y="29289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B394906F-6BF2-447E-9886-F12708E128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9337" y="3462337"/>
              <a:ext cx="230314" cy="230314"/>
            </a:xfrm>
            <a:custGeom>
              <a:avLst/>
              <a:gdLst>
                <a:gd name="connsiteX0" fmla="*/ 230315 w 230314"/>
                <a:gd name="connsiteY0" fmla="*/ 0 h 230314"/>
                <a:gd name="connsiteX1" fmla="*/ 226886 w 230314"/>
                <a:gd name="connsiteY1" fmla="*/ 20574 h 230314"/>
                <a:gd name="connsiteX2" fmla="*/ 20669 w 230314"/>
                <a:gd name="connsiteY2" fmla="*/ 226790 h 230314"/>
                <a:gd name="connsiteX3" fmla="*/ 0 w 230314"/>
                <a:gd name="connsiteY3" fmla="*/ 230315 h 230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0314" h="230314">
                  <a:moveTo>
                    <a:pt x="230315" y="0"/>
                  </a:moveTo>
                  <a:cubicBezTo>
                    <a:pt x="229457" y="6953"/>
                    <a:pt x="228314" y="13716"/>
                    <a:pt x="226886" y="20574"/>
                  </a:cubicBezTo>
                  <a:lnTo>
                    <a:pt x="20669" y="226790"/>
                  </a:lnTo>
                  <a:cubicBezTo>
                    <a:pt x="13811" y="228314"/>
                    <a:pt x="6953" y="229457"/>
                    <a:pt x="0" y="2303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A45EB96B-215A-4EBF-A594-2B08222339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18682" y="3551682"/>
              <a:ext cx="112871" cy="112871"/>
            </a:xfrm>
            <a:custGeom>
              <a:avLst/>
              <a:gdLst>
                <a:gd name="connsiteX0" fmla="*/ 112871 w 112871"/>
                <a:gd name="connsiteY0" fmla="*/ 0 h 112871"/>
                <a:gd name="connsiteX1" fmla="*/ 0 w 112871"/>
                <a:gd name="connsiteY1" fmla="*/ 112871 h 112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2871" h="112871">
                  <a:moveTo>
                    <a:pt x="112871" y="0"/>
                  </a:moveTo>
                  <a:cubicBezTo>
                    <a:pt x="87618" y="48239"/>
                    <a:pt x="48239" y="87618"/>
                    <a:pt x="0" y="11287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aphicFrame>
        <p:nvGraphicFramePr>
          <p:cNvPr id="5" name="TextBox 2">
            <a:extLst>
              <a:ext uri="{FF2B5EF4-FFF2-40B4-BE49-F238E27FC236}">
                <a16:creationId xmlns:a16="http://schemas.microsoft.com/office/drawing/2014/main" id="{B3D80F5A-BA9D-D286-A2DA-17D04BAD78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42904017"/>
              </p:ext>
            </p:extLst>
          </p:nvPr>
        </p:nvGraphicFramePr>
        <p:xfrm>
          <a:off x="3987751" y="477540"/>
          <a:ext cx="4964225" cy="617652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4" name="TextBox 2">
            <a:extLst>
              <a:ext uri="{FF2B5EF4-FFF2-40B4-BE49-F238E27FC236}">
                <a16:creationId xmlns:a16="http://schemas.microsoft.com/office/drawing/2014/main" id="{83268D7E-3C87-293C-C2FA-FDEC0DB7E7F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70962692"/>
              </p:ext>
            </p:extLst>
          </p:nvPr>
        </p:nvGraphicFramePr>
        <p:xfrm>
          <a:off x="4789847" y="740406"/>
          <a:ext cx="3037113" cy="53492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Step 3:</a:t>
            </a:r>
            <a:br>
              <a:rPr lang="en-US" sz="3500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</a:br>
            <a:r>
              <a:rPr lang="en-US" sz="35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Check </a:t>
            </a:r>
            <a:r>
              <a:rPr lang="en-US" sz="3500" b="1" kern="1200" dirty="0" err="1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Wazuh</a:t>
            </a:r>
            <a:r>
              <a:rPr lang="en-US" sz="3500" b="1" kern="1200" dirty="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 for the alert</a:t>
            </a:r>
            <a:endParaRPr lang="en-US" sz="35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D0EE3C-2F75-4454-9C01-DC64521FA0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168" y="2758731"/>
            <a:ext cx="8495662" cy="28672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95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3" name="Oval 102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630936"/>
            <a:ext cx="3945744" cy="209675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br>
              <a:rPr lang="en-US" sz="4200" b="1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</a:br>
            <a:endParaRPr lang="en-US" sz="4200" kern="120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1997" y="630936"/>
            <a:ext cx="3798143" cy="209676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Flie created </a:t>
            </a:r>
            <a:r>
              <a:rPr lang="en-US" sz="1400" b="0">
                <a:solidFill>
                  <a:schemeClr val="bg1"/>
                </a:solidFill>
              </a:rPr>
              <a:t>: Oct 3, 2026 @ 01:44:39.268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File path </a:t>
            </a:r>
            <a:r>
              <a:rPr lang="en-US" sz="1400" b="0">
                <a:solidFill>
                  <a:schemeClr val="bg1"/>
                </a:solidFill>
              </a:rPr>
              <a:t>: /root/eicar.com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Endpoint generated the event</a:t>
            </a:r>
            <a:r>
              <a:rPr lang="en-US" sz="1400" b="0">
                <a:solidFill>
                  <a:schemeClr val="bg1"/>
                </a:solidFill>
              </a:rPr>
              <a:t>: Ubuntu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User</a:t>
            </a:r>
            <a:r>
              <a:rPr lang="en-US" sz="1400" b="0">
                <a:solidFill>
                  <a:schemeClr val="bg1"/>
                </a:solidFill>
              </a:rPr>
              <a:t>: Ubuntu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When it happened </a:t>
            </a:r>
            <a:r>
              <a:rPr lang="en-US" sz="1400" b="0">
                <a:solidFill>
                  <a:schemeClr val="bg1"/>
                </a:solidFill>
              </a:rPr>
              <a:t>: Oct 3, 2026 @ 01:44:39.268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Wazuh rule</a:t>
            </a:r>
            <a:r>
              <a:rPr lang="en-US" sz="1400" b="0">
                <a:solidFill>
                  <a:schemeClr val="bg1"/>
                </a:solidFill>
              </a:rPr>
              <a:t>: rule 100201, level 7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1">
                <a:solidFill>
                  <a:schemeClr val="bg1"/>
                </a:solidFill>
              </a:rPr>
              <a:t>Rule description</a:t>
            </a:r>
            <a:r>
              <a:rPr lang="en-US" sz="1400" b="0">
                <a:solidFill>
                  <a:schemeClr val="bg1"/>
                </a:solidFill>
              </a:rPr>
              <a:t>: file added to /root directory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7" name="Rectangle 106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AE5F954-F630-4097-AA28-49513B40E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0222" y="2885910"/>
            <a:ext cx="6018892" cy="3265248"/>
          </a:xfrm>
          <a:prstGeom prst="rect">
            <a:avLst/>
          </a:prstGeom>
        </p:spPr>
      </p:pic>
      <p:grpSp>
        <p:nvGrpSpPr>
          <p:cNvPr id="109" name="Group 108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8687" y="3083610"/>
            <a:ext cx="304800" cy="322326"/>
            <a:chOff x="215328" y="-46937"/>
            <a:chExt cx="304800" cy="2773841"/>
          </a:xfrm>
        </p:grpSpPr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99ED5833-B85B-4103-8A3B-CAB0308E6C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3528" y="123145"/>
            <a:ext cx="7886700" cy="142032"/>
          </a:xfrm>
        </p:spPr>
        <p:txBody>
          <a:bodyPr vert="horz" lIns="91440" tIns="45720" rIns="91440" bIns="45720" rtlCol="0">
            <a:noAutofit/>
          </a:bodyPr>
          <a:lstStyle/>
          <a:p>
            <a:pPr defTabSz="914400"/>
            <a:r>
              <a:rPr lang="en-US" sz="2000" dirty="0" err="1"/>
              <a:t>Wazuh</a:t>
            </a:r>
            <a:r>
              <a:rPr lang="en-US" sz="2000" dirty="0"/>
              <a:t> alert details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33C0BA0-C20A-42B8-8EAD-3BFF37F06C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97713"/>
            <a:ext cx="7967580" cy="333012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376D0C-A7AE-4D55-9B02-D9459C523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18" y="3739170"/>
            <a:ext cx="7132320" cy="308927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1EA1DAFF-CECA-492F-BFA1-22C64956B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5D3D3744-142C-4653-90AB-546FE6B84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0BC69CAC-820B-41BA-BFCA-79B45576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D205E7A-88AB-4C4B-B8D1-5A76AA878B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D4286E9-8501-4EBF-874C-74897B4B6F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5586ADC-910E-45C9-BAB4-CB0EFBEE5B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DAB594C5-5BB0-49AE-8AAC-AE40A6F8A3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A53C0CF-7453-49E2-89F5-A9EB23F5819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14210"/>
          <a:stretch>
            <a:fillRect/>
          </a:stretch>
        </p:blipFill>
        <p:spPr>
          <a:xfrm>
            <a:off x="469942" y="317578"/>
            <a:ext cx="8138333" cy="3508437"/>
          </a:xfrm>
          <a:prstGeom prst="rect">
            <a:avLst/>
          </a:prstGeom>
        </p:spPr>
      </p:pic>
      <p:grpSp>
        <p:nvGrpSpPr>
          <p:cNvPr id="48" name="Group 47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7544" y="536210"/>
            <a:ext cx="304800" cy="322326"/>
            <a:chOff x="215328" y="-46937"/>
            <a:chExt cx="304800" cy="2773841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2" y="4018137"/>
            <a:ext cx="3426795" cy="212958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>
                <a:solidFill>
                  <a:schemeClr val="bg1"/>
                </a:solidFill>
              </a:rPr>
              <a:t>Step 4 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560" y="4018143"/>
            <a:ext cx="4255578" cy="2129599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/>
                </a:solidFill>
              </a:rPr>
              <a:t>File hash</a:t>
            </a:r>
            <a:r>
              <a:rPr lang="en-US" sz="1000" b="0" dirty="0">
                <a:solidFill>
                  <a:schemeClr val="bg1"/>
                </a:solidFill>
              </a:rPr>
              <a:t>: 275a021bbfb6489e54d471899f7db9d1663fc695ec2fe2a2c4538aabf651fd0f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/>
                </a:solidFill>
              </a:rPr>
              <a:t>Virus Total Detection </a:t>
            </a:r>
            <a:r>
              <a:rPr lang="en-US" sz="1000" b="0" dirty="0">
                <a:solidFill>
                  <a:schemeClr val="bg1"/>
                </a:solidFill>
              </a:rPr>
              <a:t>:52/54 security engines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000" b="1" dirty="0">
                <a:solidFill>
                  <a:schemeClr val="bg1"/>
                </a:solidFill>
              </a:rPr>
              <a:t>Number of Security vendor</a:t>
            </a:r>
            <a:r>
              <a:rPr lang="en-US" sz="1000" b="0" dirty="0">
                <a:solidFill>
                  <a:schemeClr val="bg1"/>
                </a:solidFill>
              </a:rPr>
              <a:t>: 26 vendors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000" b="0" dirty="0">
                <a:solidFill>
                  <a:schemeClr val="bg1"/>
                </a:solidFill>
              </a:rPr>
              <a:t>Relevant threat classification: virus, trojan</a:t>
            </a:r>
            <a:br>
              <a:rPr lang="en-US" sz="1000" b="0" dirty="0">
                <a:solidFill>
                  <a:schemeClr val="bg1"/>
                </a:solidFill>
              </a:rPr>
            </a:br>
            <a:endParaRPr lang="en-US" sz="1000" b="0" dirty="0">
              <a:solidFill>
                <a:schemeClr val="bg1"/>
              </a:solidFill>
            </a:endParaRPr>
          </a:p>
          <a:p>
            <a:pPr defTabSz="914400">
              <a:lnSpc>
                <a:spcPct val="90000"/>
              </a:lnSpc>
              <a:spcAft>
                <a:spcPts val="500"/>
              </a:spcAft>
            </a:pPr>
            <a:r>
              <a:rPr lang="en-US" sz="1000" b="1" dirty="0">
                <a:solidFill>
                  <a:schemeClr val="bg1"/>
                </a:solidFill>
              </a:rPr>
              <a:t>Additional info :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000" b="0" dirty="0">
                <a:solidFill>
                  <a:schemeClr val="bg1"/>
                </a:solidFill>
              </a:rPr>
              <a:t>1</a:t>
            </a:r>
            <a:r>
              <a:rPr lang="en-US" sz="1000" b="1" dirty="0">
                <a:solidFill>
                  <a:schemeClr val="bg1"/>
                </a:solidFill>
              </a:rPr>
              <a:t>. </a:t>
            </a:r>
            <a:r>
              <a:rPr lang="en-US" sz="1000" dirty="0">
                <a:solidFill>
                  <a:schemeClr val="bg1"/>
                </a:solidFill>
              </a:rPr>
              <a:t>Threat label: </a:t>
            </a:r>
            <a:r>
              <a:rPr lang="en-US" sz="1000" b="0" dirty="0" err="1">
                <a:solidFill>
                  <a:schemeClr val="bg1"/>
                </a:solidFill>
              </a:rPr>
              <a:t>virus.eicar</a:t>
            </a:r>
            <a:r>
              <a:rPr lang="en-US" sz="1000" b="0" dirty="0">
                <a:solidFill>
                  <a:schemeClr val="bg1"/>
                </a:solidFill>
              </a:rPr>
              <a:t>/test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000" b="0" dirty="0">
                <a:solidFill>
                  <a:schemeClr val="bg1"/>
                </a:solidFill>
              </a:rPr>
              <a:t>2. First Seen In The Wild  in 2012-06-14 17:16:14 UTC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000" b="0" dirty="0">
                <a:solidFill>
                  <a:schemeClr val="bg1"/>
                </a:solidFill>
              </a:rPr>
              <a:t>3. Has pseudo names some of which are : eicar.com-8708 , eicar.com-4402 , eicar.com eicar.com.txt, eicar.com-48361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9144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7" y="548640"/>
            <a:ext cx="7157553" cy="11887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Step 5: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468490" y="2431765"/>
            <a:ext cx="6207019" cy="33200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Aft>
                <a:spcPts val="500"/>
              </a:spcAft>
            </a:pPr>
            <a:r>
              <a:rPr lang="en-US" sz="17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File is MALICIOUS </a:t>
            </a:r>
            <a:r>
              <a:rPr lang="en-US" sz="1700" i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(Though it’s a test file)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Justification</a:t>
            </a:r>
            <a:r>
              <a:rPr lang="en-US" sz="1700" b="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: </a:t>
            </a:r>
            <a:r>
              <a:rPr lang="en-US" sz="1700" b="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Wazuh</a:t>
            </a:r>
            <a:r>
              <a:rPr lang="en-US" sz="1700" b="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detected the creation of /root/eicar.com, and </a:t>
            </a:r>
            <a:r>
              <a:rPr lang="en-US" sz="1700" b="0" dirty="0" err="1">
                <a:solidFill>
                  <a:schemeClr val="tx1">
                    <a:lumMod val="85000"/>
                    <a:lumOff val="15000"/>
                  </a:schemeClr>
                </a:solidFill>
              </a:rPr>
              <a:t>VirusTotal</a:t>
            </a:r>
            <a:r>
              <a:rPr lang="en-US" sz="1700" b="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subsequently identified the matching hash with a 52/54 detection ratio. Multiple vendors specifically classified the file as an EICAR test file, supporting the conclusion that the artifact was the standardized EICAR malware-detection test file.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8439" y="5970896"/>
            <a:ext cx="7475562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Rectangle 47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3201" y="4018137"/>
            <a:ext cx="3803416" cy="2129586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Step 6: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7544" y="830625"/>
            <a:ext cx="304800" cy="322326"/>
            <a:chOff x="215328" y="-46937"/>
            <a:chExt cx="304800" cy="2773841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2" name="Oval 61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7613133" y="4270841"/>
            <a:ext cx="1423414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530871" y="3622174"/>
            <a:ext cx="6524475" cy="2918247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bg1"/>
                </a:solidFill>
              </a:rPr>
              <a:t>What response action was taken? </a:t>
            </a:r>
            <a:r>
              <a:rPr lang="en-US" sz="1400" b="0" dirty="0" err="1">
                <a:solidFill>
                  <a:schemeClr val="bg1"/>
                </a:solidFill>
              </a:rPr>
              <a:t>Wazuh</a:t>
            </a:r>
            <a:r>
              <a:rPr lang="en-US" sz="1400" b="0" dirty="0">
                <a:solidFill>
                  <a:schemeClr val="bg1"/>
                </a:solidFill>
              </a:rPr>
              <a:t> automatically removed the threat as indicated in the attached screenshot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bg1"/>
                </a:solidFill>
              </a:rPr>
              <a:t>Why was it appropriate? After </a:t>
            </a:r>
            <a:r>
              <a:rPr lang="en-US" sz="1400" b="0" dirty="0" err="1">
                <a:solidFill>
                  <a:schemeClr val="bg1"/>
                </a:solidFill>
              </a:rPr>
              <a:t>VirusTotal</a:t>
            </a:r>
            <a:r>
              <a:rPr lang="en-US" sz="1400" b="0" dirty="0">
                <a:solidFill>
                  <a:schemeClr val="bg1"/>
                </a:solidFill>
              </a:rPr>
              <a:t> enrichment identified the EICAR file as malicious, </a:t>
            </a:r>
            <a:r>
              <a:rPr lang="en-US" sz="1400" b="0" dirty="0" err="1">
                <a:solidFill>
                  <a:schemeClr val="bg1"/>
                </a:solidFill>
              </a:rPr>
              <a:t>Wazuh's</a:t>
            </a:r>
            <a:r>
              <a:rPr lang="en-US" sz="1400" b="0" dirty="0">
                <a:solidFill>
                  <a:schemeClr val="bg1"/>
                </a:solidFill>
              </a:rPr>
              <a:t> configured Active Response mechanism automatically executed remove-threat.sh to remove the detected file from the Ubuntu endpoint. Though this was a test file, in real scenario, Removal was the appropriate step to take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bg1"/>
                </a:solidFill>
              </a:rPr>
              <a:t>Was the file successfully removed/quarantined?  Yes , and this is also noted in the </a:t>
            </a:r>
            <a:r>
              <a:rPr lang="en-US" sz="1400" b="0" dirty="0" err="1">
                <a:solidFill>
                  <a:schemeClr val="bg1"/>
                </a:solidFill>
              </a:rPr>
              <a:t>wazuh</a:t>
            </a:r>
            <a:r>
              <a:rPr lang="en-US" sz="1400" b="0" dirty="0">
                <a:solidFill>
                  <a:schemeClr val="bg1"/>
                </a:solidFill>
              </a:rPr>
              <a:t> log sequence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bg1"/>
                </a:solidFill>
              </a:rPr>
              <a:t>Did </a:t>
            </a:r>
            <a:r>
              <a:rPr lang="en-US" sz="1400" b="0" dirty="0" err="1">
                <a:solidFill>
                  <a:schemeClr val="bg1"/>
                </a:solidFill>
              </a:rPr>
              <a:t>Wazuh</a:t>
            </a:r>
            <a:r>
              <a:rPr lang="en-US" sz="1400" b="0" dirty="0">
                <a:solidFill>
                  <a:schemeClr val="bg1"/>
                </a:solidFill>
              </a:rPr>
              <a:t> record the response? Yes it recorded it as “active-response/bin/remove-threat.sh removed threat located at /root/eicar.com”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400" b="0" dirty="0">
                <a:solidFill>
                  <a:schemeClr val="bg1"/>
                </a:solidFill>
              </a:rPr>
              <a:t>Did the suspicious activity stop? Yes Following the removal of /root/eicar.com, the detected </a:t>
            </a:r>
            <a:r>
              <a:rPr lang="en-US" sz="1400" b="0" dirty="0" err="1">
                <a:solidFill>
                  <a:schemeClr val="bg1"/>
                </a:solidFill>
              </a:rPr>
              <a:t>maleware</a:t>
            </a:r>
            <a:r>
              <a:rPr lang="en-US" sz="1400" b="0" dirty="0">
                <a:solidFill>
                  <a:schemeClr val="bg1"/>
                </a:solidFill>
              </a:rPr>
              <a:t> was no longer present on the machine, indicating that the immediate suspicious file activity had stopped.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CEFBA4C-3821-4D41-9856-02F85709D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987" y="983756"/>
            <a:ext cx="7865694" cy="24355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8B3A2D1A-45FC-4F95-B150-1C13EF2F6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9C3C864-C625-4883-B868-9A4C470F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468" y="3296652"/>
            <a:ext cx="9151584" cy="3561346"/>
          </a:xfrm>
          <a:custGeom>
            <a:avLst/>
            <a:gdLst>
              <a:gd name="connsiteX0" fmla="*/ 0 w 12202113"/>
              <a:gd name="connsiteY0" fmla="*/ 3188466 h 3188466"/>
              <a:gd name="connsiteX1" fmla="*/ 10116 w 12202113"/>
              <a:gd name="connsiteY1" fmla="*/ 2657641 h 3188466"/>
              <a:gd name="connsiteX2" fmla="*/ 10116 w 12202113"/>
              <a:gd name="connsiteY2" fmla="*/ 0 h 3188466"/>
              <a:gd name="connsiteX3" fmla="*/ 12202113 w 12202113"/>
              <a:gd name="connsiteY3" fmla="*/ 0 h 3188466"/>
              <a:gd name="connsiteX4" fmla="*/ 12202113 w 12202113"/>
              <a:gd name="connsiteY4" fmla="*/ 2879832 h 3188466"/>
              <a:gd name="connsiteX5" fmla="*/ 12198167 w 12202113"/>
              <a:gd name="connsiteY5" fmla="*/ 2880360 h 3188466"/>
              <a:gd name="connsiteX6" fmla="*/ 12122128 w 12202113"/>
              <a:gd name="connsiteY6" fmla="*/ 2887194 h 3188466"/>
              <a:gd name="connsiteX7" fmla="*/ 12028868 w 12202113"/>
              <a:gd name="connsiteY7" fmla="*/ 2911786 h 3188466"/>
              <a:gd name="connsiteX8" fmla="*/ 11995238 w 12202113"/>
              <a:gd name="connsiteY8" fmla="*/ 2914090 h 3188466"/>
              <a:gd name="connsiteX9" fmla="*/ 11996460 w 12202113"/>
              <a:gd name="connsiteY9" fmla="*/ 2918442 h 3188466"/>
              <a:gd name="connsiteX10" fmla="*/ 11983968 w 12202113"/>
              <a:gd name="connsiteY10" fmla="*/ 2918762 h 3188466"/>
              <a:gd name="connsiteX11" fmla="*/ 11956084 w 12202113"/>
              <a:gd name="connsiteY11" fmla="*/ 2918868 h 3188466"/>
              <a:gd name="connsiteX12" fmla="*/ 11872586 w 12202113"/>
              <a:gd name="connsiteY12" fmla="*/ 2920076 h 3188466"/>
              <a:gd name="connsiteX13" fmla="*/ 11849804 w 12202113"/>
              <a:gd name="connsiteY13" fmla="*/ 2928420 h 3188466"/>
              <a:gd name="connsiteX14" fmla="*/ 11828254 w 12202113"/>
              <a:gd name="connsiteY14" fmla="*/ 2928551 h 3188466"/>
              <a:gd name="connsiteX15" fmla="*/ 11703277 w 12202113"/>
              <a:gd name="connsiteY15" fmla="*/ 2939735 h 3188466"/>
              <a:gd name="connsiteX16" fmla="*/ 11686094 w 12202113"/>
              <a:gd name="connsiteY16" fmla="*/ 2940570 h 3188466"/>
              <a:gd name="connsiteX17" fmla="*/ 11676788 w 12202113"/>
              <a:gd name="connsiteY17" fmla="*/ 2944321 h 3188466"/>
              <a:gd name="connsiteX18" fmla="*/ 11643464 w 12202113"/>
              <a:gd name="connsiteY18" fmla="*/ 2945066 h 3188466"/>
              <a:gd name="connsiteX19" fmla="*/ 11641922 w 12202113"/>
              <a:gd name="connsiteY19" fmla="*/ 2947200 h 3188466"/>
              <a:gd name="connsiteX20" fmla="*/ 11532386 w 12202113"/>
              <a:gd name="connsiteY20" fmla="*/ 2965529 h 3188466"/>
              <a:gd name="connsiteX21" fmla="*/ 11513619 w 12202113"/>
              <a:gd name="connsiteY21" fmla="*/ 2968556 h 3188466"/>
              <a:gd name="connsiteX22" fmla="*/ 11497404 w 12202113"/>
              <a:gd name="connsiteY22" fmla="*/ 2967639 h 3188466"/>
              <a:gd name="connsiteX23" fmla="*/ 11407630 w 12202113"/>
              <a:gd name="connsiteY23" fmla="*/ 2970255 h 3188466"/>
              <a:gd name="connsiteX24" fmla="*/ 11386276 w 12202113"/>
              <a:gd name="connsiteY24" fmla="*/ 2968648 h 3188466"/>
              <a:gd name="connsiteX25" fmla="*/ 11377296 w 12202113"/>
              <a:gd name="connsiteY25" fmla="*/ 2965257 h 3188466"/>
              <a:gd name="connsiteX26" fmla="*/ 11342536 w 12202113"/>
              <a:gd name="connsiteY26" fmla="*/ 2971666 h 3188466"/>
              <a:gd name="connsiteX27" fmla="*/ 11288902 w 12202113"/>
              <a:gd name="connsiteY27" fmla="*/ 2976058 h 3188466"/>
              <a:gd name="connsiteX28" fmla="*/ 11263411 w 12202113"/>
              <a:gd name="connsiteY28" fmla="*/ 2979228 h 3188466"/>
              <a:gd name="connsiteX29" fmla="*/ 11242843 w 12202113"/>
              <a:gd name="connsiteY29" fmla="*/ 2977303 h 3188466"/>
              <a:gd name="connsiteX30" fmla="*/ 11125798 w 12202113"/>
              <a:gd name="connsiteY30" fmla="*/ 2976816 h 3188466"/>
              <a:gd name="connsiteX31" fmla="*/ 11098884 w 12202113"/>
              <a:gd name="connsiteY31" fmla="*/ 2973758 h 3188466"/>
              <a:gd name="connsiteX32" fmla="*/ 11086128 w 12202113"/>
              <a:gd name="connsiteY32" fmla="*/ 2967663 h 3188466"/>
              <a:gd name="connsiteX33" fmla="*/ 11076132 w 12202113"/>
              <a:gd name="connsiteY33" fmla="*/ 2969836 h 3188466"/>
              <a:gd name="connsiteX34" fmla="*/ 11005337 w 12202113"/>
              <a:gd name="connsiteY34" fmla="*/ 2970053 h 3188466"/>
              <a:gd name="connsiteX35" fmla="*/ 10959154 w 12202113"/>
              <a:gd name="connsiteY35" fmla="*/ 2970750 h 3188466"/>
              <a:gd name="connsiteX36" fmla="*/ 10956347 w 12202113"/>
              <a:gd name="connsiteY36" fmla="*/ 2979118 h 3188466"/>
              <a:gd name="connsiteX37" fmla="*/ 10915223 w 12202113"/>
              <a:gd name="connsiteY37" fmla="*/ 2982099 h 3188466"/>
              <a:gd name="connsiteX38" fmla="*/ 10871398 w 12202113"/>
              <a:gd name="connsiteY38" fmla="*/ 2976728 h 3188466"/>
              <a:gd name="connsiteX39" fmla="*/ 10819743 w 12202113"/>
              <a:gd name="connsiteY39" fmla="*/ 2977481 h 3188466"/>
              <a:gd name="connsiteX40" fmla="*/ 10788834 w 12202113"/>
              <a:gd name="connsiteY40" fmla="*/ 2977840 h 3188466"/>
              <a:gd name="connsiteX41" fmla="*/ 10707711 w 12202113"/>
              <a:gd name="connsiteY41" fmla="*/ 2985644 h 3188466"/>
              <a:gd name="connsiteX42" fmla="*/ 10576086 w 12202113"/>
              <a:gd name="connsiteY42" fmla="*/ 3015319 h 3188466"/>
              <a:gd name="connsiteX43" fmla="*/ 10534761 w 12202113"/>
              <a:gd name="connsiteY43" fmla="*/ 3019524 h 3188466"/>
              <a:gd name="connsiteX44" fmla="*/ 10527537 w 12202113"/>
              <a:gd name="connsiteY44" fmla="*/ 3017814 h 3188466"/>
              <a:gd name="connsiteX45" fmla="*/ 10321799 w 12202113"/>
              <a:gd name="connsiteY45" fmla="*/ 3035635 h 3188466"/>
              <a:gd name="connsiteX46" fmla="*/ 10284989 w 12202113"/>
              <a:gd name="connsiteY46" fmla="*/ 3036679 h 3188466"/>
              <a:gd name="connsiteX47" fmla="*/ 10257423 w 12202113"/>
              <a:gd name="connsiteY47" fmla="*/ 3036027 h 3188466"/>
              <a:gd name="connsiteX48" fmla="*/ 10191450 w 12202113"/>
              <a:gd name="connsiteY48" fmla="*/ 3041963 h 3188466"/>
              <a:gd name="connsiteX49" fmla="*/ 10083845 w 12202113"/>
              <a:gd name="connsiteY49" fmla="*/ 3054978 h 3188466"/>
              <a:gd name="connsiteX50" fmla="*/ 10060611 w 12202113"/>
              <a:gd name="connsiteY50" fmla="*/ 3057035 h 3188466"/>
              <a:gd name="connsiteX51" fmla="*/ 10039363 w 12202113"/>
              <a:gd name="connsiteY51" fmla="*/ 3055961 h 3188466"/>
              <a:gd name="connsiteX52" fmla="*/ 10033322 w 12202113"/>
              <a:gd name="connsiteY52" fmla="*/ 3053238 h 3188466"/>
              <a:gd name="connsiteX53" fmla="*/ 10020337 w 12202113"/>
              <a:gd name="connsiteY53" fmla="*/ 3053912 h 3188466"/>
              <a:gd name="connsiteX54" fmla="*/ 10016616 w 12202113"/>
              <a:gd name="connsiteY54" fmla="*/ 3053498 h 3188466"/>
              <a:gd name="connsiteX55" fmla="*/ 9995549 w 12202113"/>
              <a:gd name="connsiteY55" fmla="*/ 3051719 h 3188466"/>
              <a:gd name="connsiteX56" fmla="*/ 9957212 w 12202113"/>
              <a:gd name="connsiteY56" fmla="*/ 3062663 h 3188466"/>
              <a:gd name="connsiteX57" fmla="*/ 9904584 w 12202113"/>
              <a:gd name="connsiteY57" fmla="*/ 3063999 h 3188466"/>
              <a:gd name="connsiteX58" fmla="*/ 9713857 w 12202113"/>
              <a:gd name="connsiteY58" fmla="*/ 3087955 h 3188466"/>
              <a:gd name="connsiteX59" fmla="*/ 9678879 w 12202113"/>
              <a:gd name="connsiteY59" fmla="*/ 3079676 h 3188466"/>
              <a:gd name="connsiteX60" fmla="*/ 9598760 w 12202113"/>
              <a:gd name="connsiteY60" fmla="*/ 3085228 h 3188466"/>
              <a:gd name="connsiteX61" fmla="*/ 9488796 w 12202113"/>
              <a:gd name="connsiteY61" fmla="*/ 3115384 h 3188466"/>
              <a:gd name="connsiteX62" fmla="*/ 9341972 w 12202113"/>
              <a:gd name="connsiteY62" fmla="*/ 3126583 h 3188466"/>
              <a:gd name="connsiteX63" fmla="*/ 9333795 w 12202113"/>
              <a:gd name="connsiteY63" fmla="*/ 3132083 h 3188466"/>
              <a:gd name="connsiteX64" fmla="*/ 9321736 w 12202113"/>
              <a:gd name="connsiteY64" fmla="*/ 3135834 h 3188466"/>
              <a:gd name="connsiteX65" fmla="*/ 9319405 w 12202113"/>
              <a:gd name="connsiteY65" fmla="*/ 3135561 h 3188466"/>
              <a:gd name="connsiteX66" fmla="*/ 9302847 w 12202113"/>
              <a:gd name="connsiteY66" fmla="*/ 3137746 h 3188466"/>
              <a:gd name="connsiteX67" fmla="*/ 9300930 w 12202113"/>
              <a:gd name="connsiteY67" fmla="*/ 3139687 h 3188466"/>
              <a:gd name="connsiteX68" fmla="*/ 9290106 w 12202113"/>
              <a:gd name="connsiteY68" fmla="*/ 3141645 h 3188466"/>
              <a:gd name="connsiteX69" fmla="*/ 9270220 w 12202113"/>
              <a:gd name="connsiteY69" fmla="*/ 3146737 h 3188466"/>
              <a:gd name="connsiteX70" fmla="*/ 9265150 w 12202113"/>
              <a:gd name="connsiteY70" fmla="*/ 3146531 h 3188466"/>
              <a:gd name="connsiteX71" fmla="*/ 9233057 w 12202113"/>
              <a:gd name="connsiteY71" fmla="*/ 3152408 h 3188466"/>
              <a:gd name="connsiteX72" fmla="*/ 9231974 w 12202113"/>
              <a:gd name="connsiteY72" fmla="*/ 3151938 h 3188466"/>
              <a:gd name="connsiteX73" fmla="*/ 9220130 w 12202113"/>
              <a:gd name="connsiteY73" fmla="*/ 3151189 h 3188466"/>
              <a:gd name="connsiteX74" fmla="*/ 9198955 w 12202113"/>
              <a:gd name="connsiteY74" fmla="*/ 3151015 h 3188466"/>
              <a:gd name="connsiteX75" fmla="*/ 9142196 w 12202113"/>
              <a:gd name="connsiteY75" fmla="*/ 3143802 h 3188466"/>
              <a:gd name="connsiteX76" fmla="*/ 9108665 w 12202113"/>
              <a:gd name="connsiteY76" fmla="*/ 3149868 h 3188466"/>
              <a:gd name="connsiteX77" fmla="*/ 9014086 w 12202113"/>
              <a:gd name="connsiteY77" fmla="*/ 3150791 h 3188466"/>
              <a:gd name="connsiteX78" fmla="*/ 8915037 w 12202113"/>
              <a:gd name="connsiteY78" fmla="*/ 3140020 h 3188466"/>
              <a:gd name="connsiteX79" fmla="*/ 8815667 w 12202113"/>
              <a:gd name="connsiteY79" fmla="*/ 3138606 h 3188466"/>
              <a:gd name="connsiteX80" fmla="*/ 8779688 w 12202113"/>
              <a:gd name="connsiteY80" fmla="*/ 3138895 h 3188466"/>
              <a:gd name="connsiteX81" fmla="*/ 8715556 w 12202113"/>
              <a:gd name="connsiteY81" fmla="*/ 3135878 h 3188466"/>
              <a:gd name="connsiteX82" fmla="*/ 8686183 w 12202113"/>
              <a:gd name="connsiteY82" fmla="*/ 3132307 h 3188466"/>
              <a:gd name="connsiteX83" fmla="*/ 8684895 w 12202113"/>
              <a:gd name="connsiteY83" fmla="*/ 3132527 h 3188466"/>
              <a:gd name="connsiteX84" fmla="*/ 8682270 w 12202113"/>
              <a:gd name="connsiteY84" fmla="*/ 3130989 h 3188466"/>
              <a:gd name="connsiteX85" fmla="*/ 8676836 w 12202113"/>
              <a:gd name="connsiteY85" fmla="*/ 3130278 h 3188466"/>
              <a:gd name="connsiteX86" fmla="*/ 8662002 w 12202113"/>
              <a:gd name="connsiteY86" fmla="*/ 3130735 h 3188466"/>
              <a:gd name="connsiteX87" fmla="*/ 8656423 w 12202113"/>
              <a:gd name="connsiteY87" fmla="*/ 3131304 h 3188466"/>
              <a:gd name="connsiteX88" fmla="*/ 8648261 w 12202113"/>
              <a:gd name="connsiteY88" fmla="*/ 3131294 h 3188466"/>
              <a:gd name="connsiteX89" fmla="*/ 8648057 w 12202113"/>
              <a:gd name="connsiteY89" fmla="*/ 3131167 h 3188466"/>
              <a:gd name="connsiteX90" fmla="*/ 8640412 w 12202113"/>
              <a:gd name="connsiteY90" fmla="*/ 3131403 h 3188466"/>
              <a:gd name="connsiteX91" fmla="*/ 8603003 w 12202113"/>
              <a:gd name="connsiteY91" fmla="*/ 3134155 h 3188466"/>
              <a:gd name="connsiteX92" fmla="*/ 8553571 w 12202113"/>
              <a:gd name="connsiteY92" fmla="*/ 3122125 h 3188466"/>
              <a:gd name="connsiteX93" fmla="*/ 8533128 w 12202113"/>
              <a:gd name="connsiteY93" fmla="*/ 3120039 h 3188466"/>
              <a:gd name="connsiteX94" fmla="*/ 8522209 w 12202113"/>
              <a:gd name="connsiteY94" fmla="*/ 3118252 h 3188466"/>
              <a:gd name="connsiteX95" fmla="*/ 8521532 w 12202113"/>
              <a:gd name="connsiteY95" fmla="*/ 3117705 h 3188466"/>
              <a:gd name="connsiteX96" fmla="*/ 8485667 w 12202113"/>
              <a:gd name="connsiteY96" fmla="*/ 3120406 h 3188466"/>
              <a:gd name="connsiteX97" fmla="*/ 8480905 w 12202113"/>
              <a:gd name="connsiteY97" fmla="*/ 3119749 h 3188466"/>
              <a:gd name="connsiteX98" fmla="*/ 8457530 w 12202113"/>
              <a:gd name="connsiteY98" fmla="*/ 3122810 h 3188466"/>
              <a:gd name="connsiteX99" fmla="*/ 8445451 w 12202113"/>
              <a:gd name="connsiteY99" fmla="*/ 3123697 h 3188466"/>
              <a:gd name="connsiteX100" fmla="*/ 8442039 w 12202113"/>
              <a:gd name="connsiteY100" fmla="*/ 3125378 h 3188466"/>
              <a:gd name="connsiteX101" fmla="*/ 8424215 w 12202113"/>
              <a:gd name="connsiteY101" fmla="*/ 3125963 h 3188466"/>
              <a:gd name="connsiteX102" fmla="*/ 8422165 w 12202113"/>
              <a:gd name="connsiteY102" fmla="*/ 3125491 h 3188466"/>
              <a:gd name="connsiteX103" fmla="*/ 8407465 w 12202113"/>
              <a:gd name="connsiteY103" fmla="*/ 3127979 h 3188466"/>
              <a:gd name="connsiteX104" fmla="*/ 8395146 w 12202113"/>
              <a:gd name="connsiteY104" fmla="*/ 3132488 h 3188466"/>
              <a:gd name="connsiteX105" fmla="*/ 8243538 w 12202113"/>
              <a:gd name="connsiteY105" fmla="*/ 3129873 h 3188466"/>
              <a:gd name="connsiteX106" fmla="*/ 8112685 w 12202113"/>
              <a:gd name="connsiteY106" fmla="*/ 3148698 h 3188466"/>
              <a:gd name="connsiteX107" fmla="*/ 8026741 w 12202113"/>
              <a:gd name="connsiteY107" fmla="*/ 3154015 h 3188466"/>
              <a:gd name="connsiteX108" fmla="*/ 8030400 w 12202113"/>
              <a:gd name="connsiteY108" fmla="*/ 3146736 h 3188466"/>
              <a:gd name="connsiteX109" fmla="*/ 8002987 w 12202113"/>
              <a:gd name="connsiteY109" fmla="*/ 3135663 h 3188466"/>
              <a:gd name="connsiteX110" fmla="*/ 7798568 w 12202113"/>
              <a:gd name="connsiteY110" fmla="*/ 3141249 h 3188466"/>
              <a:gd name="connsiteX111" fmla="*/ 7746353 w 12202113"/>
              <a:gd name="connsiteY111" fmla="*/ 3137755 h 3188466"/>
              <a:gd name="connsiteX112" fmla="*/ 7700395 w 12202113"/>
              <a:gd name="connsiteY112" fmla="*/ 3144729 h 3188466"/>
              <a:gd name="connsiteX113" fmla="*/ 7681335 w 12202113"/>
              <a:gd name="connsiteY113" fmla="*/ 3141120 h 3188466"/>
              <a:gd name="connsiteX114" fmla="*/ 7678044 w 12202113"/>
              <a:gd name="connsiteY114" fmla="*/ 3140387 h 3188466"/>
              <a:gd name="connsiteX115" fmla="*/ 7664890 w 12202113"/>
              <a:gd name="connsiteY115" fmla="*/ 3139855 h 3188466"/>
              <a:gd name="connsiteX116" fmla="*/ 7661183 w 12202113"/>
              <a:gd name="connsiteY116" fmla="*/ 3136706 h 3188466"/>
              <a:gd name="connsiteX117" fmla="*/ 7641383 w 12202113"/>
              <a:gd name="connsiteY117" fmla="*/ 3133755 h 3188466"/>
              <a:gd name="connsiteX118" fmla="*/ 7617169 w 12202113"/>
              <a:gd name="connsiteY118" fmla="*/ 3133614 h 3188466"/>
              <a:gd name="connsiteX119" fmla="*/ 7531143 w 12202113"/>
              <a:gd name="connsiteY119" fmla="*/ 3132781 h 3188466"/>
              <a:gd name="connsiteX120" fmla="*/ 7517113 w 12202113"/>
              <a:gd name="connsiteY120" fmla="*/ 3134483 h 3188466"/>
              <a:gd name="connsiteX121" fmla="*/ 7471320 w 12202113"/>
              <a:gd name="connsiteY121" fmla="*/ 3131645 h 3188466"/>
              <a:gd name="connsiteX122" fmla="*/ 7430512 w 12202113"/>
              <a:gd name="connsiteY122" fmla="*/ 3131007 h 3188466"/>
              <a:gd name="connsiteX123" fmla="*/ 7404071 w 12202113"/>
              <a:gd name="connsiteY123" fmla="*/ 3132361 h 3188466"/>
              <a:gd name="connsiteX124" fmla="*/ 7397140 w 12202113"/>
              <a:gd name="connsiteY124" fmla="*/ 3131239 h 3188466"/>
              <a:gd name="connsiteX125" fmla="*/ 7370514 w 12202113"/>
              <a:gd name="connsiteY125" fmla="*/ 3130516 h 3188466"/>
              <a:gd name="connsiteX126" fmla="*/ 7356953 w 12202113"/>
              <a:gd name="connsiteY126" fmla="*/ 3132179 h 3188466"/>
              <a:gd name="connsiteX127" fmla="*/ 7343567 w 12202113"/>
              <a:gd name="connsiteY127" fmla="*/ 3128350 h 3188466"/>
              <a:gd name="connsiteX128" fmla="*/ 7340295 w 12202113"/>
              <a:gd name="connsiteY128" fmla="*/ 3125545 h 3188466"/>
              <a:gd name="connsiteX129" fmla="*/ 7321348 w 12202113"/>
              <a:gd name="connsiteY129" fmla="*/ 3126804 h 3188466"/>
              <a:gd name="connsiteX130" fmla="*/ 7305815 w 12202113"/>
              <a:gd name="connsiteY130" fmla="*/ 3124063 h 3188466"/>
              <a:gd name="connsiteX131" fmla="*/ 7292274 w 12202113"/>
              <a:gd name="connsiteY131" fmla="*/ 3125855 h 3188466"/>
              <a:gd name="connsiteX132" fmla="*/ 7286654 w 12202113"/>
              <a:gd name="connsiteY132" fmla="*/ 3125451 h 3188466"/>
              <a:gd name="connsiteX133" fmla="*/ 7272685 w 12202113"/>
              <a:gd name="connsiteY133" fmla="*/ 3124094 h 3188466"/>
              <a:gd name="connsiteX134" fmla="*/ 7248584 w 12202113"/>
              <a:gd name="connsiteY134" fmla="*/ 3121080 h 3188466"/>
              <a:gd name="connsiteX135" fmla="*/ 7241065 w 12202113"/>
              <a:gd name="connsiteY135" fmla="*/ 3120661 h 3188466"/>
              <a:gd name="connsiteX136" fmla="*/ 7224696 w 12202113"/>
              <a:gd name="connsiteY136" fmla="*/ 3116051 h 3188466"/>
              <a:gd name="connsiteX137" fmla="*/ 7193009 w 12202113"/>
              <a:gd name="connsiteY137" fmla="*/ 3112108 h 3188466"/>
              <a:gd name="connsiteX138" fmla="*/ 7137220 w 12202113"/>
              <a:gd name="connsiteY138" fmla="*/ 3098354 h 3188466"/>
              <a:gd name="connsiteX139" fmla="*/ 7104427 w 12202113"/>
              <a:gd name="connsiteY139" fmla="*/ 3091790 h 3188466"/>
              <a:gd name="connsiteX140" fmla="*/ 7082240 w 12202113"/>
              <a:gd name="connsiteY140" fmla="*/ 3085740 h 3188466"/>
              <a:gd name="connsiteX141" fmla="*/ 7016754 w 12202113"/>
              <a:gd name="connsiteY141" fmla="*/ 3077196 h 3188466"/>
              <a:gd name="connsiteX142" fmla="*/ 6904436 w 12202113"/>
              <a:gd name="connsiteY142" fmla="*/ 3065900 h 3188466"/>
              <a:gd name="connsiteX143" fmla="*/ 6881434 w 12202113"/>
              <a:gd name="connsiteY143" fmla="*/ 3062865 h 3188466"/>
              <a:gd name="connsiteX144" fmla="*/ 6865273 w 12202113"/>
              <a:gd name="connsiteY144" fmla="*/ 3057749 h 3188466"/>
              <a:gd name="connsiteX145" fmla="*/ 6864671 w 12202113"/>
              <a:gd name="connsiteY145" fmla="*/ 3054378 h 3188466"/>
              <a:gd name="connsiteX146" fmla="*/ 6852599 w 12202113"/>
              <a:gd name="connsiteY146" fmla="*/ 3052306 h 3188466"/>
              <a:gd name="connsiteX147" fmla="*/ 6850143 w 12202113"/>
              <a:gd name="connsiteY147" fmla="*/ 3051232 h 3188466"/>
              <a:gd name="connsiteX148" fmla="*/ 6835301 w 12202113"/>
              <a:gd name="connsiteY148" fmla="*/ 3045593 h 3188466"/>
              <a:gd name="connsiteX149" fmla="*/ 6784871 w 12202113"/>
              <a:gd name="connsiteY149" fmla="*/ 3046562 h 3188466"/>
              <a:gd name="connsiteX150" fmla="*/ 6738245 w 12202113"/>
              <a:gd name="connsiteY150" fmla="*/ 3037055 h 3188466"/>
              <a:gd name="connsiteX151" fmla="*/ 6537703 w 12202113"/>
              <a:gd name="connsiteY151" fmla="*/ 3017736 h 3188466"/>
              <a:gd name="connsiteX152" fmla="*/ 6521858 w 12202113"/>
              <a:gd name="connsiteY152" fmla="*/ 3004158 h 3188466"/>
              <a:gd name="connsiteX153" fmla="*/ 6445069 w 12202113"/>
              <a:gd name="connsiteY153" fmla="*/ 2992470 h 3188466"/>
              <a:gd name="connsiteX154" fmla="*/ 6302447 w 12202113"/>
              <a:gd name="connsiteY154" fmla="*/ 2994274 h 3188466"/>
              <a:gd name="connsiteX155" fmla="*/ 6160029 w 12202113"/>
              <a:gd name="connsiteY155" fmla="*/ 2973666 h 3188466"/>
              <a:gd name="connsiteX156" fmla="*/ 6144046 w 12202113"/>
              <a:gd name="connsiteY156" fmla="*/ 2976380 h 3188466"/>
              <a:gd name="connsiteX157" fmla="*/ 6127670 w 12202113"/>
              <a:gd name="connsiteY157" fmla="*/ 2976929 h 3188466"/>
              <a:gd name="connsiteX158" fmla="*/ 6126155 w 12202113"/>
              <a:gd name="connsiteY158" fmla="*/ 2976245 h 3188466"/>
              <a:gd name="connsiteX159" fmla="*/ 6108575 w 12202113"/>
              <a:gd name="connsiteY159" fmla="*/ 2974651 h 3188466"/>
              <a:gd name="connsiteX160" fmla="*/ 6103746 w 12202113"/>
              <a:gd name="connsiteY160" fmla="*/ 2975803 h 3188466"/>
              <a:gd name="connsiteX161" fmla="*/ 6091377 w 12202113"/>
              <a:gd name="connsiteY161" fmla="*/ 2975180 h 3188466"/>
              <a:gd name="connsiteX162" fmla="*/ 6066183 w 12202113"/>
              <a:gd name="connsiteY162" fmla="*/ 2975222 h 3188466"/>
              <a:gd name="connsiteX163" fmla="*/ 6063287 w 12202113"/>
              <a:gd name="connsiteY163" fmla="*/ 2974353 h 3188466"/>
              <a:gd name="connsiteX164" fmla="*/ 6054813 w 12202113"/>
              <a:gd name="connsiteY164" fmla="*/ 2974911 h 3188466"/>
              <a:gd name="connsiteX165" fmla="*/ 6050809 w 12202113"/>
              <a:gd name="connsiteY165" fmla="*/ 2973985 h 3188466"/>
              <a:gd name="connsiteX166" fmla="*/ 6013979 w 12202113"/>
              <a:gd name="connsiteY166" fmla="*/ 2974553 h 3188466"/>
              <a:gd name="connsiteX167" fmla="*/ 6013800 w 12202113"/>
              <a:gd name="connsiteY167" fmla="*/ 2973973 h 3188466"/>
              <a:gd name="connsiteX168" fmla="*/ 6004866 w 12202113"/>
              <a:gd name="connsiteY168" fmla="*/ 2971570 h 3188466"/>
              <a:gd name="connsiteX169" fmla="*/ 5987036 w 12202113"/>
              <a:gd name="connsiteY169" fmla="*/ 2968315 h 3188466"/>
              <a:gd name="connsiteX170" fmla="*/ 5950027 w 12202113"/>
              <a:gd name="connsiteY170" fmla="*/ 2953546 h 3188466"/>
              <a:gd name="connsiteX171" fmla="*/ 5911668 w 12202113"/>
              <a:gd name="connsiteY171" fmla="*/ 2954074 h 3188466"/>
              <a:gd name="connsiteX172" fmla="*/ 5904110 w 12202113"/>
              <a:gd name="connsiteY172" fmla="*/ 2953861 h 3188466"/>
              <a:gd name="connsiteX173" fmla="*/ 5904026 w 12202113"/>
              <a:gd name="connsiteY173" fmla="*/ 2953724 h 3188466"/>
              <a:gd name="connsiteX174" fmla="*/ 5896189 w 12202113"/>
              <a:gd name="connsiteY174" fmla="*/ 2953236 h 3188466"/>
              <a:gd name="connsiteX175" fmla="*/ 5890331 w 12202113"/>
              <a:gd name="connsiteY175" fmla="*/ 2953471 h 3188466"/>
              <a:gd name="connsiteX176" fmla="*/ 5875672 w 12202113"/>
              <a:gd name="connsiteY176" fmla="*/ 2953056 h 3188466"/>
              <a:gd name="connsiteX177" fmla="*/ 5871070 w 12202113"/>
              <a:gd name="connsiteY177" fmla="*/ 2952035 h 3188466"/>
              <a:gd name="connsiteX178" fmla="*/ 5869888 w 12202113"/>
              <a:gd name="connsiteY178" fmla="*/ 2950364 h 3188466"/>
              <a:gd name="connsiteX179" fmla="*/ 5868461 w 12202113"/>
              <a:gd name="connsiteY179" fmla="*/ 2950506 h 3188466"/>
              <a:gd name="connsiteX180" fmla="*/ 5843343 w 12202113"/>
              <a:gd name="connsiteY180" fmla="*/ 2945262 h 3188466"/>
              <a:gd name="connsiteX181" fmla="*/ 5784331 w 12202113"/>
              <a:gd name="connsiteY181" fmla="*/ 2938531 h 3188466"/>
              <a:gd name="connsiteX182" fmla="*/ 5749498 w 12202113"/>
              <a:gd name="connsiteY182" fmla="*/ 2936713 h 3188466"/>
              <a:gd name="connsiteX183" fmla="*/ 5655214 w 12202113"/>
              <a:gd name="connsiteY183" fmla="*/ 2929503 h 3188466"/>
              <a:gd name="connsiteX184" fmla="*/ 5561446 w 12202113"/>
              <a:gd name="connsiteY184" fmla="*/ 2920575 h 3188466"/>
              <a:gd name="connsiteX185" fmla="*/ 5519456 w 12202113"/>
              <a:gd name="connsiteY185" fmla="*/ 2906631 h 3188466"/>
              <a:gd name="connsiteX186" fmla="*/ 5514099 w 12202113"/>
              <a:gd name="connsiteY186" fmla="*/ 2906097 h 3188466"/>
              <a:gd name="connsiteX187" fmla="*/ 5499273 w 12202113"/>
              <a:gd name="connsiteY187" fmla="*/ 2907057 h 3188466"/>
              <a:gd name="connsiteX188" fmla="*/ 5493664 w 12202113"/>
              <a:gd name="connsiteY188" fmla="*/ 2907817 h 3188466"/>
              <a:gd name="connsiteX189" fmla="*/ 5485530 w 12202113"/>
              <a:gd name="connsiteY189" fmla="*/ 2908080 h 3188466"/>
              <a:gd name="connsiteX190" fmla="*/ 5485337 w 12202113"/>
              <a:gd name="connsiteY190" fmla="*/ 2907959 h 3188466"/>
              <a:gd name="connsiteX191" fmla="*/ 5477696 w 12202113"/>
              <a:gd name="connsiteY191" fmla="*/ 2908455 h 3188466"/>
              <a:gd name="connsiteX192" fmla="*/ 5440170 w 12202113"/>
              <a:gd name="connsiteY192" fmla="*/ 2912482 h 3188466"/>
              <a:gd name="connsiteX193" fmla="*/ 5391911 w 12202113"/>
              <a:gd name="connsiteY193" fmla="*/ 2902040 h 3188466"/>
              <a:gd name="connsiteX194" fmla="*/ 5371708 w 12202113"/>
              <a:gd name="connsiteY194" fmla="*/ 2900629 h 3188466"/>
              <a:gd name="connsiteX195" fmla="*/ 5360976 w 12202113"/>
              <a:gd name="connsiteY195" fmla="*/ 2899197 h 3188466"/>
              <a:gd name="connsiteX196" fmla="*/ 5360345 w 12202113"/>
              <a:gd name="connsiteY196" fmla="*/ 2898671 h 3188466"/>
              <a:gd name="connsiteX197" fmla="*/ 5324367 w 12202113"/>
              <a:gd name="connsiteY197" fmla="*/ 2902593 h 3188466"/>
              <a:gd name="connsiteX198" fmla="*/ 5319673 w 12202113"/>
              <a:gd name="connsiteY198" fmla="*/ 2902094 h 3188466"/>
              <a:gd name="connsiteX199" fmla="*/ 5296114 w 12202113"/>
              <a:gd name="connsiteY199" fmla="*/ 2905958 h 3188466"/>
              <a:gd name="connsiteX200" fmla="*/ 5283999 w 12202113"/>
              <a:gd name="connsiteY200" fmla="*/ 2907258 h 3188466"/>
              <a:gd name="connsiteX201" fmla="*/ 5280460 w 12202113"/>
              <a:gd name="connsiteY201" fmla="*/ 2909063 h 3188466"/>
              <a:gd name="connsiteX202" fmla="*/ 5262637 w 12202113"/>
              <a:gd name="connsiteY202" fmla="*/ 2910250 h 3188466"/>
              <a:gd name="connsiteX203" fmla="*/ 5260635 w 12202113"/>
              <a:gd name="connsiteY203" fmla="*/ 2909845 h 3188466"/>
              <a:gd name="connsiteX204" fmla="*/ 5245770 w 12202113"/>
              <a:gd name="connsiteY204" fmla="*/ 2912842 h 3188466"/>
              <a:gd name="connsiteX205" fmla="*/ 5233108 w 12202113"/>
              <a:gd name="connsiteY205" fmla="*/ 2917794 h 3188466"/>
              <a:gd name="connsiteX206" fmla="*/ 5082201 w 12202113"/>
              <a:gd name="connsiteY206" fmla="*/ 2920260 h 3188466"/>
              <a:gd name="connsiteX207" fmla="*/ 4939211 w 12202113"/>
              <a:gd name="connsiteY207" fmla="*/ 2931760 h 3188466"/>
              <a:gd name="connsiteX208" fmla="*/ 4794309 w 12202113"/>
              <a:gd name="connsiteY208" fmla="*/ 2937227 h 3188466"/>
              <a:gd name="connsiteX209" fmla="*/ 4637676 w 12202113"/>
              <a:gd name="connsiteY209" fmla="*/ 2946666 h 3188466"/>
              <a:gd name="connsiteX210" fmla="*/ 4585922 w 12202113"/>
              <a:gd name="connsiteY210" fmla="*/ 2944906 h 3188466"/>
              <a:gd name="connsiteX211" fmla="*/ 4539516 w 12202113"/>
              <a:gd name="connsiteY211" fmla="*/ 2953466 h 3188466"/>
              <a:gd name="connsiteX212" fmla="*/ 4520819 w 12202113"/>
              <a:gd name="connsiteY212" fmla="*/ 2950477 h 3188466"/>
              <a:gd name="connsiteX213" fmla="*/ 4517604 w 12202113"/>
              <a:gd name="connsiteY213" fmla="*/ 2949852 h 3188466"/>
              <a:gd name="connsiteX214" fmla="*/ 4504537 w 12202113"/>
              <a:gd name="connsiteY214" fmla="*/ 2949759 h 3188466"/>
              <a:gd name="connsiteX215" fmla="*/ 4501104 w 12202113"/>
              <a:gd name="connsiteY215" fmla="*/ 2946715 h 3188466"/>
              <a:gd name="connsiteX216" fmla="*/ 4342695 w 12202113"/>
              <a:gd name="connsiteY216" fmla="*/ 2951638 h 3188466"/>
              <a:gd name="connsiteX217" fmla="*/ 4274096 w 12202113"/>
              <a:gd name="connsiteY217" fmla="*/ 2953640 h 3188466"/>
              <a:gd name="connsiteX218" fmla="*/ 4248170 w 12202113"/>
              <a:gd name="connsiteY218" fmla="*/ 2951384 h 3188466"/>
              <a:gd name="connsiteX219" fmla="*/ 4147924 w 12202113"/>
              <a:gd name="connsiteY219" fmla="*/ 2945945 h 3188466"/>
              <a:gd name="connsiteX220" fmla="*/ 4061825 w 12202113"/>
              <a:gd name="connsiteY220" fmla="*/ 2944206 h 3188466"/>
              <a:gd name="connsiteX221" fmla="*/ 3998557 w 12202113"/>
              <a:gd name="connsiteY221" fmla="*/ 2955821 h 3188466"/>
              <a:gd name="connsiteX222" fmla="*/ 3993107 w 12202113"/>
              <a:gd name="connsiteY222" fmla="*/ 2953708 h 3188466"/>
              <a:gd name="connsiteX223" fmla="*/ 3949713 w 12202113"/>
              <a:gd name="connsiteY223" fmla="*/ 2955441 h 3188466"/>
              <a:gd name="connsiteX224" fmla="*/ 3797284 w 12202113"/>
              <a:gd name="connsiteY224" fmla="*/ 2977037 h 3188466"/>
              <a:gd name="connsiteX225" fmla="*/ 3712498 w 12202113"/>
              <a:gd name="connsiteY225" fmla="*/ 2979996 h 3188466"/>
              <a:gd name="connsiteX226" fmla="*/ 3682471 w 12202113"/>
              <a:gd name="connsiteY226" fmla="*/ 2978543 h 3188466"/>
              <a:gd name="connsiteX227" fmla="*/ 3632163 w 12202113"/>
              <a:gd name="connsiteY227" fmla="*/ 2976264 h 3188466"/>
              <a:gd name="connsiteX228" fmla="*/ 3594728 w 12202113"/>
              <a:gd name="connsiteY228" fmla="*/ 2968398 h 3188466"/>
              <a:gd name="connsiteX229" fmla="*/ 3552594 w 12202113"/>
              <a:gd name="connsiteY229" fmla="*/ 2968934 h 3188466"/>
              <a:gd name="connsiteX230" fmla="*/ 3542589 w 12202113"/>
              <a:gd name="connsiteY230" fmla="*/ 2977031 h 3188466"/>
              <a:gd name="connsiteX231" fmla="*/ 3497591 w 12202113"/>
              <a:gd name="connsiteY231" fmla="*/ 2975018 h 3188466"/>
              <a:gd name="connsiteX232" fmla="*/ 3429352 w 12202113"/>
              <a:gd name="connsiteY232" fmla="*/ 2971090 h 3188466"/>
              <a:gd name="connsiteX233" fmla="*/ 3389938 w 12202113"/>
              <a:gd name="connsiteY233" fmla="*/ 2970884 h 3188466"/>
              <a:gd name="connsiteX234" fmla="*/ 3282344 w 12202113"/>
              <a:gd name="connsiteY234" fmla="*/ 2968084 h 3188466"/>
              <a:gd name="connsiteX235" fmla="*/ 3174624 w 12202113"/>
              <a:gd name="connsiteY235" fmla="*/ 2963576 h 3188466"/>
              <a:gd name="connsiteX236" fmla="*/ 3111077 w 12202113"/>
              <a:gd name="connsiteY236" fmla="*/ 2951285 h 3188466"/>
              <a:gd name="connsiteX237" fmla="*/ 3022501 w 12202113"/>
              <a:gd name="connsiteY237" fmla="*/ 2948619 h 3188466"/>
              <a:gd name="connsiteX238" fmla="*/ 3007714 w 12202113"/>
              <a:gd name="connsiteY238" fmla="*/ 2946762 h 3188466"/>
              <a:gd name="connsiteX239" fmla="*/ 2903098 w 12202113"/>
              <a:gd name="connsiteY239" fmla="*/ 2940576 h 3188466"/>
              <a:gd name="connsiteX240" fmla="*/ 2781591 w 12202113"/>
              <a:gd name="connsiteY240" fmla="*/ 2946394 h 3188466"/>
              <a:gd name="connsiteX241" fmla="*/ 2627942 w 12202113"/>
              <a:gd name="connsiteY241" fmla="*/ 2919996 h 3188466"/>
              <a:gd name="connsiteX242" fmla="*/ 2354959 w 12202113"/>
              <a:gd name="connsiteY242" fmla="*/ 2882080 h 3188466"/>
              <a:gd name="connsiteX243" fmla="*/ 2063184 w 12202113"/>
              <a:gd name="connsiteY243" fmla="*/ 2879109 h 3188466"/>
              <a:gd name="connsiteX244" fmla="*/ 1986946 w 12202113"/>
              <a:gd name="connsiteY244" fmla="*/ 2887619 h 3188466"/>
              <a:gd name="connsiteX245" fmla="*/ 1763479 w 12202113"/>
              <a:gd name="connsiteY245" fmla="*/ 2909077 h 3188466"/>
              <a:gd name="connsiteX246" fmla="*/ 1537980 w 12202113"/>
              <a:gd name="connsiteY246" fmla="*/ 2960398 h 3188466"/>
              <a:gd name="connsiteX247" fmla="*/ 1395229 w 12202113"/>
              <a:gd name="connsiteY247" fmla="*/ 2975625 h 3188466"/>
              <a:gd name="connsiteX248" fmla="*/ 1327834 w 12202113"/>
              <a:gd name="connsiteY248" fmla="*/ 2989485 h 3188466"/>
              <a:gd name="connsiteX249" fmla="*/ 1280757 w 12202113"/>
              <a:gd name="connsiteY249" fmla="*/ 2992959 h 3188466"/>
              <a:gd name="connsiteX250" fmla="*/ 1252582 w 12202113"/>
              <a:gd name="connsiteY250" fmla="*/ 2995877 h 3188466"/>
              <a:gd name="connsiteX251" fmla="*/ 1204670 w 12202113"/>
              <a:gd name="connsiteY251" fmla="*/ 3014826 h 3188466"/>
              <a:gd name="connsiteX252" fmla="*/ 1020457 w 12202113"/>
              <a:gd name="connsiteY252" fmla="*/ 3031603 h 3188466"/>
              <a:gd name="connsiteX253" fmla="*/ 843248 w 12202113"/>
              <a:gd name="connsiteY253" fmla="*/ 3026954 h 3188466"/>
              <a:gd name="connsiteX254" fmla="*/ 583517 w 12202113"/>
              <a:gd name="connsiteY254" fmla="*/ 3089095 h 3188466"/>
              <a:gd name="connsiteX255" fmla="*/ 556836 w 12202113"/>
              <a:gd name="connsiteY255" fmla="*/ 3094374 h 3188466"/>
              <a:gd name="connsiteX256" fmla="*/ 412089 w 12202113"/>
              <a:gd name="connsiteY256" fmla="*/ 3121334 h 3188466"/>
              <a:gd name="connsiteX257" fmla="*/ 83929 w 12202113"/>
              <a:gd name="connsiteY257" fmla="*/ 3150566 h 3188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</a:cxnLst>
            <a:rect l="l" t="t" r="r" b="b"/>
            <a:pathLst>
              <a:path w="12202113" h="3188466">
                <a:moveTo>
                  <a:pt x="0" y="3188466"/>
                </a:moveTo>
                <a:lnTo>
                  <a:pt x="10116" y="2657641"/>
                </a:lnTo>
                <a:lnTo>
                  <a:pt x="10116" y="0"/>
                </a:lnTo>
                <a:lnTo>
                  <a:pt x="12202113" y="0"/>
                </a:lnTo>
                <a:lnTo>
                  <a:pt x="12202113" y="2879832"/>
                </a:lnTo>
                <a:lnTo>
                  <a:pt x="12198167" y="2880360"/>
                </a:lnTo>
                <a:cubicBezTo>
                  <a:pt x="12163116" y="2884349"/>
                  <a:pt x="12143771" y="2884544"/>
                  <a:pt x="12122128" y="2887194"/>
                </a:cubicBezTo>
                <a:cubicBezTo>
                  <a:pt x="12087086" y="2893347"/>
                  <a:pt x="12050015" y="2907304"/>
                  <a:pt x="12028868" y="2911786"/>
                </a:cubicBezTo>
                <a:lnTo>
                  <a:pt x="11995238" y="2914090"/>
                </a:lnTo>
                <a:lnTo>
                  <a:pt x="11996460" y="2918442"/>
                </a:lnTo>
                <a:lnTo>
                  <a:pt x="11983968" y="2918762"/>
                </a:lnTo>
                <a:lnTo>
                  <a:pt x="11956084" y="2918868"/>
                </a:lnTo>
                <a:cubicBezTo>
                  <a:pt x="11938684" y="2919526"/>
                  <a:pt x="11890300" y="2918483"/>
                  <a:pt x="11872586" y="2920076"/>
                </a:cubicBezTo>
                <a:cubicBezTo>
                  <a:pt x="11867476" y="2924717"/>
                  <a:pt x="11859589" y="2927247"/>
                  <a:pt x="11849804" y="2928420"/>
                </a:cubicBezTo>
                <a:lnTo>
                  <a:pt x="11828254" y="2928551"/>
                </a:lnTo>
                <a:lnTo>
                  <a:pt x="11703277" y="2939735"/>
                </a:lnTo>
                <a:lnTo>
                  <a:pt x="11686094" y="2940570"/>
                </a:lnTo>
                <a:lnTo>
                  <a:pt x="11676788" y="2944321"/>
                </a:lnTo>
                <a:cubicBezTo>
                  <a:pt x="11669684" y="2945069"/>
                  <a:pt x="11649276" y="2944585"/>
                  <a:pt x="11643464" y="2945066"/>
                </a:cubicBezTo>
                <a:lnTo>
                  <a:pt x="11641922" y="2947200"/>
                </a:lnTo>
                <a:cubicBezTo>
                  <a:pt x="11623408" y="2950611"/>
                  <a:pt x="11553770" y="2961969"/>
                  <a:pt x="11532386" y="2965529"/>
                </a:cubicBezTo>
                <a:cubicBezTo>
                  <a:pt x="11528114" y="2962248"/>
                  <a:pt x="11518548" y="2967430"/>
                  <a:pt x="11513619" y="2968556"/>
                </a:cubicBezTo>
                <a:cubicBezTo>
                  <a:pt x="11512856" y="2966346"/>
                  <a:pt x="11500924" y="2965672"/>
                  <a:pt x="11497404" y="2967639"/>
                </a:cubicBezTo>
                <a:cubicBezTo>
                  <a:pt x="11413522" y="2978420"/>
                  <a:pt x="11455510" y="2956141"/>
                  <a:pt x="11407630" y="2970255"/>
                </a:cubicBezTo>
                <a:cubicBezTo>
                  <a:pt x="11399160" y="2971190"/>
                  <a:pt x="11392296" y="2970299"/>
                  <a:pt x="11386276" y="2968648"/>
                </a:cubicBezTo>
                <a:lnTo>
                  <a:pt x="11377296" y="2965257"/>
                </a:lnTo>
                <a:lnTo>
                  <a:pt x="11342536" y="2971666"/>
                </a:lnTo>
                <a:cubicBezTo>
                  <a:pt x="11325414" y="2973900"/>
                  <a:pt x="11307393" y="2975381"/>
                  <a:pt x="11288902" y="2976058"/>
                </a:cubicBezTo>
                <a:cubicBezTo>
                  <a:pt x="11284753" y="2971542"/>
                  <a:pt x="11270239" y="2977957"/>
                  <a:pt x="11263411" y="2979228"/>
                </a:cubicBezTo>
                <a:cubicBezTo>
                  <a:pt x="11263340" y="2976278"/>
                  <a:pt x="11248212" y="2974865"/>
                  <a:pt x="11242843" y="2977303"/>
                </a:cubicBezTo>
                <a:cubicBezTo>
                  <a:pt x="11130019" y="2987845"/>
                  <a:pt x="11193504" y="2960297"/>
                  <a:pt x="11125798" y="2976816"/>
                </a:cubicBezTo>
                <a:cubicBezTo>
                  <a:pt x="11114472" y="2977677"/>
                  <a:pt x="11105974" y="2976199"/>
                  <a:pt x="11098884" y="2973758"/>
                </a:cubicBezTo>
                <a:lnTo>
                  <a:pt x="11086128" y="2967663"/>
                </a:lnTo>
                <a:lnTo>
                  <a:pt x="11076132" y="2969836"/>
                </a:lnTo>
                <a:cubicBezTo>
                  <a:pt x="11038408" y="2970007"/>
                  <a:pt x="11027285" y="2963760"/>
                  <a:pt x="11005337" y="2970053"/>
                </a:cubicBezTo>
                <a:cubicBezTo>
                  <a:pt x="10972902" y="2956973"/>
                  <a:pt x="10983824" y="2968749"/>
                  <a:pt x="10959154" y="2970750"/>
                </a:cubicBezTo>
                <a:cubicBezTo>
                  <a:pt x="10939692" y="2973358"/>
                  <a:pt x="10975422" y="2978377"/>
                  <a:pt x="10956347" y="2979118"/>
                </a:cubicBezTo>
                <a:cubicBezTo>
                  <a:pt x="10935712" y="2975741"/>
                  <a:pt x="10936682" y="2986229"/>
                  <a:pt x="10915223" y="2982099"/>
                </a:cubicBezTo>
                <a:cubicBezTo>
                  <a:pt x="10920436" y="2974198"/>
                  <a:pt x="10872877" y="2983630"/>
                  <a:pt x="10871398" y="2976728"/>
                </a:cubicBezTo>
                <a:cubicBezTo>
                  <a:pt x="10853171" y="2986599"/>
                  <a:pt x="10844013" y="2974439"/>
                  <a:pt x="10819743" y="2977481"/>
                </a:cubicBezTo>
                <a:cubicBezTo>
                  <a:pt x="10808314" y="2981215"/>
                  <a:pt x="10800068" y="2981856"/>
                  <a:pt x="10788834" y="2977840"/>
                </a:cubicBezTo>
                <a:cubicBezTo>
                  <a:pt x="10736185" y="2996020"/>
                  <a:pt x="10756982" y="2978653"/>
                  <a:pt x="10707711" y="2985644"/>
                </a:cubicBezTo>
                <a:cubicBezTo>
                  <a:pt x="10665262" y="2992997"/>
                  <a:pt x="10617142" y="2997767"/>
                  <a:pt x="10576086" y="3015319"/>
                </a:cubicBezTo>
                <a:cubicBezTo>
                  <a:pt x="10568550" y="3020292"/>
                  <a:pt x="10550046" y="3022174"/>
                  <a:pt x="10534761" y="3019524"/>
                </a:cubicBezTo>
                <a:cubicBezTo>
                  <a:pt x="10532134" y="3019067"/>
                  <a:pt x="10529698" y="3018490"/>
                  <a:pt x="10527537" y="3017814"/>
                </a:cubicBezTo>
                <a:cubicBezTo>
                  <a:pt x="10492044" y="3020498"/>
                  <a:pt x="10362224" y="3032491"/>
                  <a:pt x="10321799" y="3035635"/>
                </a:cubicBezTo>
                <a:cubicBezTo>
                  <a:pt x="10318526" y="3029246"/>
                  <a:pt x="10298084" y="3040774"/>
                  <a:pt x="10284989" y="3036679"/>
                </a:cubicBezTo>
                <a:cubicBezTo>
                  <a:pt x="10275610" y="3033085"/>
                  <a:pt x="10267220" y="3035744"/>
                  <a:pt x="10257423" y="3036027"/>
                </a:cubicBezTo>
                <a:cubicBezTo>
                  <a:pt x="10244517" y="3033202"/>
                  <a:pt x="10202424" y="3038304"/>
                  <a:pt x="10191450" y="3041963"/>
                </a:cubicBezTo>
                <a:cubicBezTo>
                  <a:pt x="10165225" y="3054679"/>
                  <a:pt x="10105634" y="3045236"/>
                  <a:pt x="10083845" y="3054978"/>
                </a:cubicBezTo>
                <a:cubicBezTo>
                  <a:pt x="10075939" y="3056408"/>
                  <a:pt x="10068203" y="3056986"/>
                  <a:pt x="10060611" y="3057035"/>
                </a:cubicBezTo>
                <a:lnTo>
                  <a:pt x="10039363" y="3055961"/>
                </a:lnTo>
                <a:lnTo>
                  <a:pt x="10033322" y="3053238"/>
                </a:lnTo>
                <a:lnTo>
                  <a:pt x="10020337" y="3053912"/>
                </a:lnTo>
                <a:lnTo>
                  <a:pt x="10016616" y="3053498"/>
                </a:lnTo>
                <a:cubicBezTo>
                  <a:pt x="10009508" y="3052695"/>
                  <a:pt x="10002492" y="3051995"/>
                  <a:pt x="9995549" y="3051719"/>
                </a:cubicBezTo>
                <a:cubicBezTo>
                  <a:pt x="10004680" y="3065377"/>
                  <a:pt x="9937988" y="3051618"/>
                  <a:pt x="9957212" y="3062663"/>
                </a:cubicBezTo>
                <a:cubicBezTo>
                  <a:pt x="9920646" y="3063519"/>
                  <a:pt x="9948538" y="3073806"/>
                  <a:pt x="9904584" y="3063999"/>
                </a:cubicBezTo>
                <a:cubicBezTo>
                  <a:pt x="9847813" y="3075166"/>
                  <a:pt x="9758323" y="3071010"/>
                  <a:pt x="9713857" y="3087955"/>
                </a:cubicBezTo>
                <a:cubicBezTo>
                  <a:pt x="9719380" y="3081485"/>
                  <a:pt x="9695453" y="3076466"/>
                  <a:pt x="9678879" y="3079676"/>
                </a:cubicBezTo>
                <a:cubicBezTo>
                  <a:pt x="9698255" y="3054291"/>
                  <a:pt x="9613348" y="3102551"/>
                  <a:pt x="9598760" y="3085228"/>
                </a:cubicBezTo>
                <a:cubicBezTo>
                  <a:pt x="9598041" y="3101310"/>
                  <a:pt x="9523758" y="3128579"/>
                  <a:pt x="9488796" y="3115384"/>
                </a:cubicBezTo>
                <a:cubicBezTo>
                  <a:pt x="9435532" y="3118605"/>
                  <a:pt x="9397815" y="3131898"/>
                  <a:pt x="9341972" y="3126583"/>
                </a:cubicBezTo>
                <a:cubicBezTo>
                  <a:pt x="9340239" y="3128735"/>
                  <a:pt x="9337399" y="3130536"/>
                  <a:pt x="9333795" y="3132083"/>
                </a:cubicBezTo>
                <a:lnTo>
                  <a:pt x="9321736" y="3135834"/>
                </a:lnTo>
                <a:lnTo>
                  <a:pt x="9319405" y="3135561"/>
                </a:lnTo>
                <a:cubicBezTo>
                  <a:pt x="9310247" y="3135512"/>
                  <a:pt x="9305558" y="3136419"/>
                  <a:pt x="9302847" y="3137746"/>
                </a:cubicBezTo>
                <a:lnTo>
                  <a:pt x="9300930" y="3139687"/>
                </a:lnTo>
                <a:lnTo>
                  <a:pt x="9290106" y="3141645"/>
                </a:lnTo>
                <a:lnTo>
                  <a:pt x="9270220" y="3146737"/>
                </a:lnTo>
                <a:lnTo>
                  <a:pt x="9265150" y="3146531"/>
                </a:lnTo>
                <a:lnTo>
                  <a:pt x="9233057" y="3152408"/>
                </a:lnTo>
                <a:lnTo>
                  <a:pt x="9231974" y="3151938"/>
                </a:lnTo>
                <a:cubicBezTo>
                  <a:pt x="9228816" y="3151020"/>
                  <a:pt x="9225099" y="3150595"/>
                  <a:pt x="9220130" y="3151189"/>
                </a:cubicBezTo>
                <a:cubicBezTo>
                  <a:pt x="9218372" y="3142213"/>
                  <a:pt x="9213458" y="3148467"/>
                  <a:pt x="9198955" y="3151015"/>
                </a:cubicBezTo>
                <a:cubicBezTo>
                  <a:pt x="9192986" y="3137641"/>
                  <a:pt x="9157451" y="3149750"/>
                  <a:pt x="9142196" y="3143802"/>
                </a:cubicBezTo>
                <a:cubicBezTo>
                  <a:pt x="9131673" y="3145976"/>
                  <a:pt x="9120437" y="3148030"/>
                  <a:pt x="9108665" y="3149868"/>
                </a:cubicBezTo>
                <a:lnTo>
                  <a:pt x="9014086" y="3150791"/>
                </a:lnTo>
                <a:lnTo>
                  <a:pt x="8915037" y="3140020"/>
                </a:lnTo>
                <a:cubicBezTo>
                  <a:pt x="8878400" y="3139785"/>
                  <a:pt x="8846675" y="3135786"/>
                  <a:pt x="8815667" y="3138606"/>
                </a:cubicBezTo>
                <a:cubicBezTo>
                  <a:pt x="8803071" y="3135495"/>
                  <a:pt x="8791199" y="3134238"/>
                  <a:pt x="8779688" y="3138895"/>
                </a:cubicBezTo>
                <a:cubicBezTo>
                  <a:pt x="8745498" y="3137342"/>
                  <a:pt x="8737221" y="3130691"/>
                  <a:pt x="8715556" y="3135878"/>
                </a:cubicBezTo>
                <a:cubicBezTo>
                  <a:pt x="8696347" y="3125121"/>
                  <a:pt x="8695210" y="3129227"/>
                  <a:pt x="8686183" y="3132307"/>
                </a:cubicBezTo>
                <a:lnTo>
                  <a:pt x="8684895" y="3132527"/>
                </a:lnTo>
                <a:lnTo>
                  <a:pt x="8682270" y="3130989"/>
                </a:lnTo>
                <a:lnTo>
                  <a:pt x="8676836" y="3130278"/>
                </a:lnTo>
                <a:lnTo>
                  <a:pt x="8662002" y="3130735"/>
                </a:lnTo>
                <a:lnTo>
                  <a:pt x="8656423" y="3131304"/>
                </a:lnTo>
                <a:cubicBezTo>
                  <a:pt x="8652581" y="3131550"/>
                  <a:pt x="8650028" y="3131521"/>
                  <a:pt x="8648261" y="3131294"/>
                </a:cubicBezTo>
                <a:lnTo>
                  <a:pt x="8648057" y="3131167"/>
                </a:lnTo>
                <a:lnTo>
                  <a:pt x="8640412" y="3131403"/>
                </a:lnTo>
                <a:cubicBezTo>
                  <a:pt x="8627510" y="3132092"/>
                  <a:pt x="8614954" y="3133035"/>
                  <a:pt x="8603003" y="3134155"/>
                </a:cubicBezTo>
                <a:cubicBezTo>
                  <a:pt x="8592897" y="3127095"/>
                  <a:pt x="8548738" y="3135435"/>
                  <a:pt x="8553571" y="3122125"/>
                </a:cubicBezTo>
                <a:cubicBezTo>
                  <a:pt x="8537450" y="3123243"/>
                  <a:pt x="8527699" y="3128769"/>
                  <a:pt x="8533128" y="3120039"/>
                </a:cubicBezTo>
                <a:cubicBezTo>
                  <a:pt x="8527821" y="3120156"/>
                  <a:pt x="8524551" y="3119414"/>
                  <a:pt x="8522209" y="3118252"/>
                </a:cubicBezTo>
                <a:lnTo>
                  <a:pt x="8521532" y="3117705"/>
                </a:lnTo>
                <a:lnTo>
                  <a:pt x="8485667" y="3120406"/>
                </a:lnTo>
                <a:lnTo>
                  <a:pt x="8480905" y="3119749"/>
                </a:lnTo>
                <a:lnTo>
                  <a:pt x="8457530" y="3122810"/>
                </a:lnTo>
                <a:lnTo>
                  <a:pt x="8445451" y="3123697"/>
                </a:lnTo>
                <a:lnTo>
                  <a:pt x="8442039" y="3125378"/>
                </a:lnTo>
                <a:cubicBezTo>
                  <a:pt x="8438355" y="3126399"/>
                  <a:pt x="8433075" y="3126839"/>
                  <a:pt x="8424215" y="3125963"/>
                </a:cubicBezTo>
                <a:lnTo>
                  <a:pt x="8422165" y="3125491"/>
                </a:lnTo>
                <a:lnTo>
                  <a:pt x="8407465" y="3127979"/>
                </a:lnTo>
                <a:cubicBezTo>
                  <a:pt x="8402731" y="3129129"/>
                  <a:pt x="8398540" y="3130592"/>
                  <a:pt x="8395146" y="3132488"/>
                </a:cubicBezTo>
                <a:cubicBezTo>
                  <a:pt x="8345093" y="3122354"/>
                  <a:pt x="8297866" y="3131626"/>
                  <a:pt x="8243538" y="3129873"/>
                </a:cubicBezTo>
                <a:cubicBezTo>
                  <a:pt x="8220052" y="3114107"/>
                  <a:pt x="8126172" y="3133411"/>
                  <a:pt x="8112685" y="3148698"/>
                </a:cubicBezTo>
                <a:cubicBezTo>
                  <a:pt x="8112380" y="3135302"/>
                  <a:pt x="8044302" y="3153542"/>
                  <a:pt x="8026741" y="3154015"/>
                </a:cubicBezTo>
                <a:cubicBezTo>
                  <a:pt x="8020887" y="3154173"/>
                  <a:pt x="8020646" y="3152357"/>
                  <a:pt x="8030400" y="3146736"/>
                </a:cubicBezTo>
                <a:cubicBezTo>
                  <a:pt x="8011739" y="3148301"/>
                  <a:pt x="7992477" y="3141339"/>
                  <a:pt x="8002987" y="3135663"/>
                </a:cubicBezTo>
                <a:cubicBezTo>
                  <a:pt x="7946297" y="3147811"/>
                  <a:pt x="7862627" y="3135732"/>
                  <a:pt x="7798568" y="3141249"/>
                </a:cubicBezTo>
                <a:cubicBezTo>
                  <a:pt x="7763645" y="3127901"/>
                  <a:pt x="7782577" y="3140251"/>
                  <a:pt x="7746353" y="3137755"/>
                </a:cubicBezTo>
                <a:cubicBezTo>
                  <a:pt x="7756261" y="3150042"/>
                  <a:pt x="7702377" y="3130861"/>
                  <a:pt x="7700395" y="3144729"/>
                </a:cubicBezTo>
                <a:cubicBezTo>
                  <a:pt x="7693866" y="3143835"/>
                  <a:pt x="7687603" y="3142532"/>
                  <a:pt x="7681335" y="3141120"/>
                </a:cubicBezTo>
                <a:lnTo>
                  <a:pt x="7678044" y="3140387"/>
                </a:lnTo>
                <a:lnTo>
                  <a:pt x="7664890" y="3139855"/>
                </a:lnTo>
                <a:lnTo>
                  <a:pt x="7661183" y="3136706"/>
                </a:lnTo>
                <a:lnTo>
                  <a:pt x="7641383" y="3133755"/>
                </a:lnTo>
                <a:cubicBezTo>
                  <a:pt x="7633967" y="3133115"/>
                  <a:pt x="7625987" y="3132967"/>
                  <a:pt x="7617169" y="3133614"/>
                </a:cubicBezTo>
                <a:cubicBezTo>
                  <a:pt x="7595475" y="3139109"/>
                  <a:pt x="7561695" y="3132374"/>
                  <a:pt x="7531143" y="3132781"/>
                </a:cubicBezTo>
                <a:lnTo>
                  <a:pt x="7517113" y="3134483"/>
                </a:lnTo>
                <a:lnTo>
                  <a:pt x="7471320" y="3131645"/>
                </a:lnTo>
                <a:cubicBezTo>
                  <a:pt x="7458285" y="3131095"/>
                  <a:pt x="7444756" y="3130805"/>
                  <a:pt x="7430512" y="3131007"/>
                </a:cubicBezTo>
                <a:lnTo>
                  <a:pt x="7404071" y="3132361"/>
                </a:lnTo>
                <a:lnTo>
                  <a:pt x="7397140" y="3131239"/>
                </a:lnTo>
                <a:cubicBezTo>
                  <a:pt x="7385068" y="3131364"/>
                  <a:pt x="7369091" y="3135313"/>
                  <a:pt x="7370514" y="3130516"/>
                </a:cubicBezTo>
                <a:lnTo>
                  <a:pt x="7356953" y="3132179"/>
                </a:lnTo>
                <a:lnTo>
                  <a:pt x="7343567" y="3128350"/>
                </a:lnTo>
                <a:cubicBezTo>
                  <a:pt x="7342101" y="3127461"/>
                  <a:pt x="7340998" y="3126514"/>
                  <a:pt x="7340295" y="3125545"/>
                </a:cubicBezTo>
                <a:lnTo>
                  <a:pt x="7321348" y="3126804"/>
                </a:lnTo>
                <a:lnTo>
                  <a:pt x="7305815" y="3124063"/>
                </a:lnTo>
                <a:lnTo>
                  <a:pt x="7292274" y="3125855"/>
                </a:lnTo>
                <a:lnTo>
                  <a:pt x="7286654" y="3125451"/>
                </a:lnTo>
                <a:lnTo>
                  <a:pt x="7272685" y="3124094"/>
                </a:lnTo>
                <a:cubicBezTo>
                  <a:pt x="7265523" y="3123143"/>
                  <a:pt x="7257508" y="3121997"/>
                  <a:pt x="7248584" y="3121080"/>
                </a:cubicBezTo>
                <a:lnTo>
                  <a:pt x="7241065" y="3120661"/>
                </a:lnTo>
                <a:lnTo>
                  <a:pt x="7224696" y="3116051"/>
                </a:lnTo>
                <a:cubicBezTo>
                  <a:pt x="7212786" y="3112566"/>
                  <a:pt x="7203412" y="3110217"/>
                  <a:pt x="7193009" y="3112108"/>
                </a:cubicBezTo>
                <a:cubicBezTo>
                  <a:pt x="7175276" y="3107606"/>
                  <a:pt x="7162888" y="3094987"/>
                  <a:pt x="7137220" y="3098354"/>
                </a:cubicBezTo>
                <a:cubicBezTo>
                  <a:pt x="7145010" y="3092637"/>
                  <a:pt x="7108715" y="3097662"/>
                  <a:pt x="7104427" y="3091790"/>
                </a:cubicBezTo>
                <a:cubicBezTo>
                  <a:pt x="7102447" y="3087061"/>
                  <a:pt x="7090976" y="3087484"/>
                  <a:pt x="7082240" y="3085740"/>
                </a:cubicBezTo>
                <a:cubicBezTo>
                  <a:pt x="7076014" y="3080911"/>
                  <a:pt x="7032058" y="3076501"/>
                  <a:pt x="7016754" y="3077196"/>
                </a:cubicBezTo>
                <a:cubicBezTo>
                  <a:pt x="6973620" y="3082001"/>
                  <a:pt x="6938923" y="3062558"/>
                  <a:pt x="6904436" y="3065900"/>
                </a:cubicBezTo>
                <a:cubicBezTo>
                  <a:pt x="6895406" y="3065445"/>
                  <a:pt x="6887919" y="3064350"/>
                  <a:pt x="6881434" y="3062865"/>
                </a:cubicBezTo>
                <a:lnTo>
                  <a:pt x="6865273" y="3057749"/>
                </a:lnTo>
                <a:cubicBezTo>
                  <a:pt x="6865072" y="3056626"/>
                  <a:pt x="6864871" y="3055502"/>
                  <a:pt x="6864671" y="3054378"/>
                </a:cubicBezTo>
                <a:lnTo>
                  <a:pt x="6852599" y="3052306"/>
                </a:lnTo>
                <a:lnTo>
                  <a:pt x="6850143" y="3051232"/>
                </a:lnTo>
                <a:cubicBezTo>
                  <a:pt x="6845470" y="3049168"/>
                  <a:pt x="6840704" y="3047206"/>
                  <a:pt x="6835301" y="3045593"/>
                </a:cubicBezTo>
                <a:cubicBezTo>
                  <a:pt x="6820447" y="3058242"/>
                  <a:pt x="6786888" y="3033956"/>
                  <a:pt x="6784871" y="3046562"/>
                </a:cubicBezTo>
                <a:cubicBezTo>
                  <a:pt x="6752593" y="3039899"/>
                  <a:pt x="6759140" y="3053646"/>
                  <a:pt x="6738245" y="3037055"/>
                </a:cubicBezTo>
                <a:cubicBezTo>
                  <a:pt x="6671880" y="3034501"/>
                  <a:pt x="6603220" y="3013245"/>
                  <a:pt x="6537703" y="3017736"/>
                </a:cubicBezTo>
                <a:cubicBezTo>
                  <a:pt x="6553051" y="3013722"/>
                  <a:pt x="6541149" y="3004943"/>
                  <a:pt x="6521858" y="3004158"/>
                </a:cubicBezTo>
                <a:cubicBezTo>
                  <a:pt x="6580141" y="2987944"/>
                  <a:pt x="6428765" y="3009117"/>
                  <a:pt x="6445069" y="2992470"/>
                </a:cubicBezTo>
                <a:cubicBezTo>
                  <a:pt x="6417897" y="3005060"/>
                  <a:pt x="6310156" y="3011743"/>
                  <a:pt x="6302447" y="2994274"/>
                </a:cubicBezTo>
                <a:cubicBezTo>
                  <a:pt x="6252173" y="2986131"/>
                  <a:pt x="6198382" y="2989085"/>
                  <a:pt x="6160029" y="2973666"/>
                </a:cubicBezTo>
                <a:cubicBezTo>
                  <a:pt x="6155014" y="2975022"/>
                  <a:pt x="6149642" y="2975878"/>
                  <a:pt x="6144046" y="2976380"/>
                </a:cubicBezTo>
                <a:lnTo>
                  <a:pt x="6127670" y="2976929"/>
                </a:lnTo>
                <a:lnTo>
                  <a:pt x="6126155" y="2976245"/>
                </a:lnTo>
                <a:cubicBezTo>
                  <a:pt x="6118509" y="2974369"/>
                  <a:pt x="6113052" y="2974144"/>
                  <a:pt x="6108575" y="2974651"/>
                </a:cubicBezTo>
                <a:lnTo>
                  <a:pt x="6103746" y="2975803"/>
                </a:lnTo>
                <a:lnTo>
                  <a:pt x="6091377" y="2975180"/>
                </a:lnTo>
                <a:lnTo>
                  <a:pt x="6066183" y="2975222"/>
                </a:lnTo>
                <a:lnTo>
                  <a:pt x="6063287" y="2974353"/>
                </a:lnTo>
                <a:lnTo>
                  <a:pt x="6054813" y="2974911"/>
                </a:lnTo>
                <a:lnTo>
                  <a:pt x="6050809" y="2973985"/>
                </a:lnTo>
                <a:lnTo>
                  <a:pt x="6013979" y="2974553"/>
                </a:lnTo>
                <a:cubicBezTo>
                  <a:pt x="6013918" y="2974361"/>
                  <a:pt x="6013860" y="2974167"/>
                  <a:pt x="6013800" y="2973973"/>
                </a:cubicBezTo>
                <a:cubicBezTo>
                  <a:pt x="6012565" y="2972689"/>
                  <a:pt x="6010070" y="2971765"/>
                  <a:pt x="6004866" y="2971570"/>
                </a:cubicBezTo>
                <a:cubicBezTo>
                  <a:pt x="6017706" y="2963268"/>
                  <a:pt x="6003515" y="2968156"/>
                  <a:pt x="5987036" y="2968315"/>
                </a:cubicBezTo>
                <a:cubicBezTo>
                  <a:pt x="6003302" y="2955458"/>
                  <a:pt x="5953573" y="2961108"/>
                  <a:pt x="5950027" y="2953546"/>
                </a:cubicBezTo>
                <a:cubicBezTo>
                  <a:pt x="5937559" y="2953953"/>
                  <a:pt x="5924668" y="2954151"/>
                  <a:pt x="5911668" y="2954074"/>
                </a:cubicBezTo>
                <a:lnTo>
                  <a:pt x="5904110" y="2953861"/>
                </a:lnTo>
                <a:cubicBezTo>
                  <a:pt x="5904082" y="2953815"/>
                  <a:pt x="5904053" y="2953769"/>
                  <a:pt x="5904026" y="2953724"/>
                </a:cubicBezTo>
                <a:cubicBezTo>
                  <a:pt x="5902528" y="2953395"/>
                  <a:pt x="5900097" y="2953219"/>
                  <a:pt x="5896189" y="2953236"/>
                </a:cubicBezTo>
                <a:lnTo>
                  <a:pt x="5890331" y="2953471"/>
                </a:lnTo>
                <a:lnTo>
                  <a:pt x="5875672" y="2953056"/>
                </a:lnTo>
                <a:lnTo>
                  <a:pt x="5871070" y="2952035"/>
                </a:lnTo>
                <a:lnTo>
                  <a:pt x="5869888" y="2950364"/>
                </a:lnTo>
                <a:lnTo>
                  <a:pt x="5868461" y="2950506"/>
                </a:lnTo>
                <a:cubicBezTo>
                  <a:pt x="5857092" y="2953019"/>
                  <a:pt x="5852416" y="2957005"/>
                  <a:pt x="5843343" y="2945262"/>
                </a:cubicBezTo>
                <a:cubicBezTo>
                  <a:pt x="5817989" y="2949116"/>
                  <a:pt x="5815840" y="2942065"/>
                  <a:pt x="5784331" y="2938531"/>
                </a:cubicBezTo>
                <a:cubicBezTo>
                  <a:pt x="5769202" y="2942455"/>
                  <a:pt x="5758885" y="2940521"/>
                  <a:pt x="5749498" y="2936713"/>
                </a:cubicBezTo>
                <a:cubicBezTo>
                  <a:pt x="5717228" y="2937683"/>
                  <a:pt x="5690227" y="2931877"/>
                  <a:pt x="5655214" y="2929503"/>
                </a:cubicBezTo>
                <a:cubicBezTo>
                  <a:pt x="5614827" y="2933899"/>
                  <a:pt x="5598877" y="2923069"/>
                  <a:pt x="5561446" y="2920575"/>
                </a:cubicBezTo>
                <a:cubicBezTo>
                  <a:pt x="5525084" y="2929276"/>
                  <a:pt x="5537471" y="2911136"/>
                  <a:pt x="5519456" y="2906631"/>
                </a:cubicBezTo>
                <a:lnTo>
                  <a:pt x="5514099" y="2906097"/>
                </a:lnTo>
                <a:lnTo>
                  <a:pt x="5499273" y="2907057"/>
                </a:lnTo>
                <a:lnTo>
                  <a:pt x="5493664" y="2907817"/>
                </a:lnTo>
                <a:cubicBezTo>
                  <a:pt x="5489815" y="2908191"/>
                  <a:pt x="5487270" y="2908250"/>
                  <a:pt x="5485530" y="2908080"/>
                </a:cubicBezTo>
                <a:lnTo>
                  <a:pt x="5485337" y="2907959"/>
                </a:lnTo>
                <a:lnTo>
                  <a:pt x="5477696" y="2908455"/>
                </a:lnTo>
                <a:cubicBezTo>
                  <a:pt x="5464775" y="2909581"/>
                  <a:pt x="5452182" y="2910951"/>
                  <a:pt x="5440170" y="2912482"/>
                </a:cubicBezTo>
                <a:cubicBezTo>
                  <a:pt x="5430698" y="2905718"/>
                  <a:pt x="5385970" y="2915593"/>
                  <a:pt x="5391911" y="2902040"/>
                </a:cubicBezTo>
                <a:cubicBezTo>
                  <a:pt x="5375744" y="2903707"/>
                  <a:pt x="5365560" y="2909594"/>
                  <a:pt x="5371708" y="2900629"/>
                </a:cubicBezTo>
                <a:cubicBezTo>
                  <a:pt x="5366408" y="2900926"/>
                  <a:pt x="5363213" y="2900288"/>
                  <a:pt x="5360976" y="2899197"/>
                </a:cubicBezTo>
                <a:lnTo>
                  <a:pt x="5360345" y="2898671"/>
                </a:lnTo>
                <a:lnTo>
                  <a:pt x="5324367" y="2902593"/>
                </a:lnTo>
                <a:lnTo>
                  <a:pt x="5319673" y="2902094"/>
                </a:lnTo>
                <a:lnTo>
                  <a:pt x="5296114" y="2905958"/>
                </a:lnTo>
                <a:lnTo>
                  <a:pt x="5283999" y="2907258"/>
                </a:lnTo>
                <a:lnTo>
                  <a:pt x="5280460" y="2909063"/>
                </a:lnTo>
                <a:cubicBezTo>
                  <a:pt x="5276699" y="2910214"/>
                  <a:pt x="5271395" y="2910834"/>
                  <a:pt x="5262637" y="2910250"/>
                </a:cubicBezTo>
                <a:lnTo>
                  <a:pt x="5260635" y="2909845"/>
                </a:lnTo>
                <a:lnTo>
                  <a:pt x="5245770" y="2912842"/>
                </a:lnTo>
                <a:cubicBezTo>
                  <a:pt x="5240955" y="2914159"/>
                  <a:pt x="5236652" y="2915770"/>
                  <a:pt x="5233108" y="2917794"/>
                </a:cubicBezTo>
                <a:cubicBezTo>
                  <a:pt x="5184071" y="2909280"/>
                  <a:pt x="5136210" y="2920197"/>
                  <a:pt x="5082201" y="2920260"/>
                </a:cubicBezTo>
                <a:lnTo>
                  <a:pt x="4939211" y="2931760"/>
                </a:lnTo>
                <a:cubicBezTo>
                  <a:pt x="4920477" y="2933960"/>
                  <a:pt x="4783353" y="2943291"/>
                  <a:pt x="4794309" y="2937227"/>
                </a:cubicBezTo>
                <a:cubicBezTo>
                  <a:pt x="4736776" y="2951353"/>
                  <a:pt x="4701995" y="2938961"/>
                  <a:pt x="4637676" y="2946666"/>
                </a:cubicBezTo>
                <a:cubicBezTo>
                  <a:pt x="4603987" y="2934412"/>
                  <a:pt x="4621816" y="2946201"/>
                  <a:pt x="4585922" y="2944906"/>
                </a:cubicBezTo>
                <a:cubicBezTo>
                  <a:pt x="4594760" y="2956935"/>
                  <a:pt x="4542663" y="2939450"/>
                  <a:pt x="4539516" y="2953466"/>
                </a:cubicBezTo>
                <a:cubicBezTo>
                  <a:pt x="4533082" y="2952789"/>
                  <a:pt x="4526953" y="2951687"/>
                  <a:pt x="4520819" y="2950477"/>
                </a:cubicBezTo>
                <a:lnTo>
                  <a:pt x="4517604" y="2949852"/>
                </a:lnTo>
                <a:lnTo>
                  <a:pt x="4504537" y="2949759"/>
                </a:lnTo>
                <a:lnTo>
                  <a:pt x="4501104" y="2946715"/>
                </a:lnTo>
                <a:lnTo>
                  <a:pt x="4342695" y="2951638"/>
                </a:lnTo>
                <a:cubicBezTo>
                  <a:pt x="4328954" y="2954609"/>
                  <a:pt x="4284038" y="2957184"/>
                  <a:pt x="4274096" y="2953640"/>
                </a:cubicBezTo>
                <a:cubicBezTo>
                  <a:pt x="4264434" y="2953346"/>
                  <a:pt x="4254047" y="2955481"/>
                  <a:pt x="4248170" y="2951384"/>
                </a:cubicBezTo>
                <a:lnTo>
                  <a:pt x="4147924" y="2945945"/>
                </a:lnTo>
                <a:cubicBezTo>
                  <a:pt x="4131656" y="2952619"/>
                  <a:pt x="4104816" y="2942907"/>
                  <a:pt x="4061825" y="2944206"/>
                </a:cubicBezTo>
                <a:cubicBezTo>
                  <a:pt x="4044045" y="2951860"/>
                  <a:pt x="4032845" y="2944993"/>
                  <a:pt x="3998557" y="2955821"/>
                </a:cubicBezTo>
                <a:cubicBezTo>
                  <a:pt x="3997072" y="2955023"/>
                  <a:pt x="3995237" y="2954313"/>
                  <a:pt x="3993107" y="2953708"/>
                </a:cubicBezTo>
                <a:cubicBezTo>
                  <a:pt x="3980729" y="2950196"/>
                  <a:pt x="3961302" y="2950972"/>
                  <a:pt x="3949713" y="2955441"/>
                </a:cubicBezTo>
                <a:cubicBezTo>
                  <a:pt x="3894925" y="2970367"/>
                  <a:pt x="3844508" y="2972262"/>
                  <a:pt x="3797284" y="2977037"/>
                </a:cubicBezTo>
                <a:cubicBezTo>
                  <a:pt x="3743822" y="2981057"/>
                  <a:pt x="3778974" y="2965129"/>
                  <a:pt x="3712498" y="2979996"/>
                </a:cubicBezTo>
                <a:cubicBezTo>
                  <a:pt x="3705202" y="2975373"/>
                  <a:pt x="3696720" y="2975524"/>
                  <a:pt x="3682471" y="2978543"/>
                </a:cubicBezTo>
                <a:cubicBezTo>
                  <a:pt x="3656488" y="2980127"/>
                  <a:pt x="3658300" y="2967587"/>
                  <a:pt x="3632163" y="2976264"/>
                </a:cubicBezTo>
                <a:cubicBezTo>
                  <a:pt x="3636766" y="2969363"/>
                  <a:pt x="3582819" y="2975892"/>
                  <a:pt x="3594728" y="2968398"/>
                </a:cubicBezTo>
                <a:cubicBezTo>
                  <a:pt x="3577705" y="2963064"/>
                  <a:pt x="3569481" y="2973476"/>
                  <a:pt x="3552594" y="2968934"/>
                </a:cubicBezTo>
                <a:cubicBezTo>
                  <a:pt x="3533613" y="2968552"/>
                  <a:pt x="3563577" y="2975594"/>
                  <a:pt x="3542589" y="2977031"/>
                </a:cubicBezTo>
                <a:cubicBezTo>
                  <a:pt x="3517131" y="2977564"/>
                  <a:pt x="3517346" y="2989828"/>
                  <a:pt x="3497591" y="2975018"/>
                </a:cubicBezTo>
                <a:lnTo>
                  <a:pt x="3429352" y="2971090"/>
                </a:lnTo>
                <a:cubicBezTo>
                  <a:pt x="3414141" y="2975624"/>
                  <a:pt x="3401904" y="2974195"/>
                  <a:pt x="3389938" y="2970884"/>
                </a:cubicBezTo>
                <a:cubicBezTo>
                  <a:pt x="3354504" y="2973297"/>
                  <a:pt x="3322178" y="2968827"/>
                  <a:pt x="3282344" y="2968084"/>
                </a:cubicBezTo>
                <a:cubicBezTo>
                  <a:pt x="3239277" y="2974224"/>
                  <a:pt x="3217192" y="2964327"/>
                  <a:pt x="3174624" y="2963576"/>
                </a:cubicBezTo>
                <a:cubicBezTo>
                  <a:pt x="3132504" y="2975210"/>
                  <a:pt x="3146911" y="2949576"/>
                  <a:pt x="3111077" y="2951285"/>
                </a:cubicBezTo>
                <a:cubicBezTo>
                  <a:pt x="3052732" y="2962418"/>
                  <a:pt x="3112543" y="2942881"/>
                  <a:pt x="3022501" y="2948619"/>
                </a:cubicBezTo>
                <a:cubicBezTo>
                  <a:pt x="3017399" y="2950352"/>
                  <a:pt x="3006521" y="2948989"/>
                  <a:pt x="3007714" y="2946762"/>
                </a:cubicBezTo>
                <a:cubicBezTo>
                  <a:pt x="2987987" y="2948105"/>
                  <a:pt x="2931270" y="2937206"/>
                  <a:pt x="2903098" y="2940576"/>
                </a:cubicBezTo>
                <a:cubicBezTo>
                  <a:pt x="2848155" y="2935894"/>
                  <a:pt x="2821430" y="2947095"/>
                  <a:pt x="2781591" y="2946394"/>
                </a:cubicBezTo>
                <a:cubicBezTo>
                  <a:pt x="2735559" y="2940279"/>
                  <a:pt x="2708563" y="2934146"/>
                  <a:pt x="2627942" y="2919996"/>
                </a:cubicBezTo>
                <a:lnTo>
                  <a:pt x="2354959" y="2882080"/>
                </a:lnTo>
                <a:cubicBezTo>
                  <a:pt x="2252426" y="2847776"/>
                  <a:pt x="2124519" y="2878188"/>
                  <a:pt x="2063184" y="2879109"/>
                </a:cubicBezTo>
                <a:cubicBezTo>
                  <a:pt x="2038620" y="2892844"/>
                  <a:pt x="2017217" y="2880735"/>
                  <a:pt x="1986946" y="2887619"/>
                </a:cubicBezTo>
                <a:cubicBezTo>
                  <a:pt x="1919067" y="2894646"/>
                  <a:pt x="1852404" y="2912737"/>
                  <a:pt x="1763479" y="2909077"/>
                </a:cubicBezTo>
                <a:cubicBezTo>
                  <a:pt x="1726097" y="2949538"/>
                  <a:pt x="1621108" y="2933327"/>
                  <a:pt x="1537980" y="2960398"/>
                </a:cubicBezTo>
                <a:cubicBezTo>
                  <a:pt x="1489205" y="2967965"/>
                  <a:pt x="1410921" y="2954082"/>
                  <a:pt x="1395229" y="2975625"/>
                </a:cubicBezTo>
                <a:cubicBezTo>
                  <a:pt x="1371975" y="2964548"/>
                  <a:pt x="1352259" y="2986116"/>
                  <a:pt x="1327834" y="2989485"/>
                </a:cubicBezTo>
                <a:cubicBezTo>
                  <a:pt x="1307734" y="2982782"/>
                  <a:pt x="1298456" y="2990289"/>
                  <a:pt x="1280757" y="2992959"/>
                </a:cubicBezTo>
                <a:cubicBezTo>
                  <a:pt x="1272383" y="2988567"/>
                  <a:pt x="1257337" y="2989790"/>
                  <a:pt x="1252582" y="2995877"/>
                </a:cubicBezTo>
                <a:cubicBezTo>
                  <a:pt x="1260705" y="3008688"/>
                  <a:pt x="1207969" y="3005420"/>
                  <a:pt x="1204670" y="3014826"/>
                </a:cubicBezTo>
                <a:cubicBezTo>
                  <a:pt x="1174431" y="3018683"/>
                  <a:pt x="1041848" y="3015513"/>
                  <a:pt x="1020457" y="3031603"/>
                </a:cubicBezTo>
                <a:cubicBezTo>
                  <a:pt x="959520" y="3042500"/>
                  <a:pt x="869308" y="3024872"/>
                  <a:pt x="843248" y="3026954"/>
                </a:cubicBezTo>
                <a:cubicBezTo>
                  <a:pt x="815646" y="3001836"/>
                  <a:pt x="694189" y="3080490"/>
                  <a:pt x="583517" y="3089095"/>
                </a:cubicBezTo>
                <a:cubicBezTo>
                  <a:pt x="568425" y="3087467"/>
                  <a:pt x="560448" y="3088013"/>
                  <a:pt x="556836" y="3094374"/>
                </a:cubicBezTo>
                <a:cubicBezTo>
                  <a:pt x="528264" y="3099747"/>
                  <a:pt x="471823" y="3109156"/>
                  <a:pt x="412089" y="3121334"/>
                </a:cubicBezTo>
                <a:cubicBezTo>
                  <a:pt x="367235" y="3131096"/>
                  <a:pt x="143790" y="3139436"/>
                  <a:pt x="83929" y="315056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905833"/>
            <a:ext cx="3161297" cy="2398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Step 7</a:t>
            </a:r>
          </a:p>
        </p:txBody>
      </p:sp>
      <p:pic>
        <p:nvPicPr>
          <p:cNvPr id="4" name="Picture 3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216" y="1102998"/>
            <a:ext cx="7406444" cy="137019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223084" y="3884452"/>
            <a:ext cx="4292266" cy="23987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0" dirty="0"/>
              <a:t>The suspicious file is gone.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0" dirty="0"/>
              <a:t>The Ubuntu endpoint is still connected to </a:t>
            </a:r>
            <a:r>
              <a:rPr lang="en-US" sz="1700" b="0" dirty="0" err="1"/>
              <a:t>Wazuh</a:t>
            </a:r>
            <a:r>
              <a:rPr lang="en-US" sz="1700" b="0" dirty="0"/>
              <a:t>.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0" dirty="0"/>
              <a:t>No additional related alerts are being generated.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0" dirty="0"/>
              <a:t>The remediation event is visible.</a:t>
            </a:r>
          </a:p>
          <a:p>
            <a:pPr indent="-228600" defTabSz="914400">
              <a:lnSpc>
                <a:spcPct val="90000"/>
              </a:lnSpc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700" b="0" dirty="0"/>
              <a:t>Suspicious file is gone as seen in screenshot above and below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17BD7CC6-2F7F-4587-8E92-D041AB2CEB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E7ED1F4-19EF-4BC2-A6EA-DF1525142B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0EE7C14F-442F-4416-A4A9-6DA10263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075420"/>
            <a:ext cx="9036544" cy="4093306"/>
            <a:chOff x="1" y="2075420"/>
            <a:chExt cx="12048729" cy="4093306"/>
          </a:xfrm>
        </p:grpSpPr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97AC4CCD-70AA-4916-97EA-D9C12FED1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C5694289-EA59-4679-9DB4-0646321A8C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32EDAD0A-6995-496D-9789-A34C66F5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BCBBB211-248C-4F94-900A-80CD8D52F3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48DCC953-87D5-419D-A529-94A9462512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0F67D0B7-A0F4-47EB-8DF7-2630C05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A3919D60-F174-4FEB-9E9D-5AF6BD6597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7479052" y="1131512"/>
            <a:ext cx="2796461" cy="533439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8EF7474-F1F7-47A7-AF33-E38A86EBF6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B14C3B3-01E7-4DD2-80BC-D6605BDB3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29E2ED25-9BE8-462A-BE54-D3E506DBA2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33E48329-07A0-4DBB-9D0C-0614AE372F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ED609B4-86D5-44D5-8511-42AE9B129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912E1BF-76C2-49D5-A5AC-1CE20255C4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444654" y="317578"/>
            <a:ext cx="411480" cy="549007"/>
            <a:chOff x="7029447" y="3514725"/>
            <a:chExt cx="1285875" cy="549007"/>
          </a:xfrm>
        </p:grpSpPr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84E6722B-B0C0-4A43-91F6-6E2D6E2D7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C8EAB6DA-9741-4668-8E47-957CD515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36EC6AA-9E44-4DD2-B718-EE041114141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138DE653-B3C7-49E5-A3B0-6C00B2608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4" name="Rectangle 53">
            <a:extLst>
              <a:ext uri="{FF2B5EF4-FFF2-40B4-BE49-F238E27FC236}">
                <a16:creationId xmlns:a16="http://schemas.microsoft.com/office/drawing/2014/main" id="{90AE89EB-4F51-4181-9475-7E1048FB37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6140785"/>
            <a:ext cx="4571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78285A0-9022-40FD-B520-91444BA163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645785" y="5940560"/>
            <a:ext cx="1285875" cy="549007"/>
            <a:chOff x="7029447" y="3514725"/>
            <a:chExt cx="1285875" cy="549007"/>
          </a:xfrm>
        </p:grpSpPr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0E2EED1A-F137-41BB-A555-7CDFF9C334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E1EC980-DEDC-41BF-995C-1D471C90EC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1A2F9486-DC13-4EDD-82CE-7FFC6F4846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646A2475-19E5-46B8-B7FE-C2CF42971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30" y="4038037"/>
            <a:ext cx="3830524" cy="2087424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Agent is still connected and active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607369" y="4038037"/>
            <a:ext cx="3762772" cy="2087426"/>
          </a:xfrm>
          <a:prstGeom prst="rect">
            <a:avLst/>
          </a:prstGeom>
          <a:noFill/>
        </p:spPr>
        <p:txBody>
          <a:bodyPr vert="horz" lIns="91440" tIns="45720" rIns="91440" bIns="45720" rtlCol="0" anchor="t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lang="en-US" sz="2400" b="0" kern="1200" dirty="0">
                <a:solidFill>
                  <a:schemeClr val="bg1"/>
                </a:solidFill>
                <a:latin typeface="Bradley Hand ITC" panose="03070402050302030203" pitchFamily="66" charset="0"/>
                <a:cs typeface="Arabic Typesetting" panose="020F0502020204030204" pitchFamily="66" charset="-78"/>
              </a:rPr>
              <a:t>Agent is still connected and active just as it was at the beginning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1CD8CAA-4614-4393-ADD7-7FDFD8ABD7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317544" y="830625"/>
            <a:ext cx="304800" cy="322326"/>
            <a:chOff x="215328" y="-46937"/>
            <a:chExt cx="304800" cy="2773841"/>
          </a:xfrm>
        </p:grpSpPr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89F5BF84-4D12-40EB-B3CA-72B55341A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ACF91815-2B4A-44C8-BAC2-6732AD11A9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523960DB-F7E9-40C5-BDC7-9700C71B1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A95623C8-E3C3-425E-B186-ADFF5B670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72E6C372-3996-4D51-A392-7944287647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107" y="882517"/>
            <a:ext cx="7739033" cy="280317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1" y="0"/>
            <a:ext cx="9143999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96642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2" y="-1"/>
            <a:ext cx="9144001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4784" y="248038"/>
            <a:ext cx="529779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5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No Additional Related Alerts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29374" y="390832"/>
            <a:ext cx="2425189" cy="8736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lang="en-US" sz="1700" b="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No additional related alerts are being generated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3C64A5-E291-4294-AEDE-ACD77D6E3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" y="1804352"/>
            <a:ext cx="8275320" cy="480561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60B1C93-4460-7550-5743-14277B98C76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/>
              <a:t>4. Response/Remediation Event</a:t>
            </a:r>
          </a:p>
        </p:txBody>
      </p:sp>
      <p:graphicFrame>
        <p:nvGraphicFramePr>
          <p:cNvPr id="12" name="TextBox 2">
            <a:extLst>
              <a:ext uri="{FF2B5EF4-FFF2-40B4-BE49-F238E27FC236}">
                <a16:creationId xmlns:a16="http://schemas.microsoft.com/office/drawing/2014/main" id="{C69C470A-9CF2-8073-EE59-538594E8B0C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81484729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3A397E3E-B90C-4D82-BAAA-36F7AC6A45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B25F6-D845-46F3-BA69-3D48CEF7EF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2468" y="901769"/>
            <a:ext cx="3727692" cy="3855397"/>
          </a:xfrm>
          <a:prstGeom prst="rect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FAC0226-4651-4BF7-AA72-6DB611F80F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42468" y="901769"/>
            <a:ext cx="3727692" cy="3855397"/>
          </a:xfrm>
          <a:prstGeom prst="rect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B8CCAA36-1E98-45B0-AAF9-D8807BA8EF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903616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783F456C-8972-439A-90A4-D7C52FA3A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903616" cy="4096327"/>
          </a:xfrm>
          <a:custGeom>
            <a:avLst/>
            <a:gdLst>
              <a:gd name="connsiteX0" fmla="*/ 2292284 w 3871489"/>
              <a:gd name="connsiteY0" fmla="*/ 0 h 4096327"/>
              <a:gd name="connsiteX1" fmla="*/ 3500914 w 3871489"/>
              <a:gd name="connsiteY1" fmla="*/ 0 h 4096327"/>
              <a:gd name="connsiteX2" fmla="*/ 3542229 w 3871489"/>
              <a:gd name="connsiteY2" fmla="*/ 68006 h 4096327"/>
              <a:gd name="connsiteX3" fmla="*/ 3871489 w 3871489"/>
              <a:gd name="connsiteY3" fmla="*/ 1368323 h 4096327"/>
              <a:gd name="connsiteX4" fmla="*/ 1143485 w 3871489"/>
              <a:gd name="connsiteY4" fmla="*/ 4096327 h 4096327"/>
              <a:gd name="connsiteX5" fmla="*/ 81633 w 3871489"/>
              <a:gd name="connsiteY5" fmla="*/ 3881944 h 4096327"/>
              <a:gd name="connsiteX6" fmla="*/ 0 w 3871489"/>
              <a:gd name="connsiteY6" fmla="*/ 3842618 h 4096327"/>
              <a:gd name="connsiteX7" fmla="*/ 0 w 3871489"/>
              <a:gd name="connsiteY7" fmla="*/ 2741475 h 4096327"/>
              <a:gd name="connsiteX8" fmla="*/ 6615 w 3871489"/>
              <a:gd name="connsiteY8" fmla="*/ 2747487 h 4096327"/>
              <a:gd name="connsiteX9" fmla="*/ 1143485 w 3871489"/>
              <a:gd name="connsiteY9" fmla="*/ 3155655 h 4096327"/>
              <a:gd name="connsiteX10" fmla="*/ 2930817 w 3871489"/>
              <a:gd name="connsiteY10" fmla="*/ 1368323 h 4096327"/>
              <a:gd name="connsiteX11" fmla="*/ 2407287 w 3871489"/>
              <a:gd name="connsiteY11" fmla="*/ 104524 h 4096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871489" h="4096327">
                <a:moveTo>
                  <a:pt x="2292284" y="0"/>
                </a:moveTo>
                <a:lnTo>
                  <a:pt x="3500914" y="0"/>
                </a:lnTo>
                <a:lnTo>
                  <a:pt x="3542229" y="68006"/>
                </a:lnTo>
                <a:cubicBezTo>
                  <a:pt x="3752213" y="454545"/>
                  <a:pt x="3871489" y="897507"/>
                  <a:pt x="3871489" y="1368323"/>
                </a:cubicBezTo>
                <a:cubicBezTo>
                  <a:pt x="3871489" y="2874936"/>
                  <a:pt x="2650098" y="4096327"/>
                  <a:pt x="1143485" y="4096327"/>
                </a:cubicBezTo>
                <a:cubicBezTo>
                  <a:pt x="766832" y="4096327"/>
                  <a:pt x="408006" y="4019990"/>
                  <a:pt x="81633" y="3881944"/>
                </a:cubicBezTo>
                <a:lnTo>
                  <a:pt x="0" y="3842618"/>
                </a:lnTo>
                <a:lnTo>
                  <a:pt x="0" y="2741475"/>
                </a:lnTo>
                <a:lnTo>
                  <a:pt x="6615" y="2747487"/>
                </a:lnTo>
                <a:cubicBezTo>
                  <a:pt x="315579" y="3002472"/>
                  <a:pt x="711663" y="3155655"/>
                  <a:pt x="1143485" y="3155655"/>
                </a:cubicBezTo>
                <a:cubicBezTo>
                  <a:pt x="2130515" y="3155655"/>
                  <a:pt x="2930817" y="2355353"/>
                  <a:pt x="2930817" y="1368323"/>
                </a:cubicBezTo>
                <a:cubicBezTo>
                  <a:pt x="2930817" y="874812"/>
                  <a:pt x="2730741" y="427979"/>
                  <a:pt x="2407287" y="104524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0390AF2C-728C-4687-B7A2-3F9C788EC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396898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7963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283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7963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283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D1C510C0-DED1-4708-AA14-355E5AFF12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836633"/>
            <a:ext cx="1396390" cy="277779"/>
          </a:xfrm>
          <a:custGeom>
            <a:avLst/>
            <a:gdLst>
              <a:gd name="connsiteX0" fmla="*/ 180458 w 1861854"/>
              <a:gd name="connsiteY0" fmla="*/ 0 h 277779"/>
              <a:gd name="connsiteX1" fmla="*/ 419222 w 1861854"/>
              <a:gd name="connsiteY1" fmla="*/ 238761 h 277779"/>
              <a:gd name="connsiteX2" fmla="*/ 657984 w 1861854"/>
              <a:gd name="connsiteY2" fmla="*/ 0 h 277779"/>
              <a:gd name="connsiteX3" fmla="*/ 896745 w 1861854"/>
              <a:gd name="connsiteY3" fmla="*/ 238761 h 277779"/>
              <a:gd name="connsiteX4" fmla="*/ 1135754 w 1861854"/>
              <a:gd name="connsiteY4" fmla="*/ 0 h 277779"/>
              <a:gd name="connsiteX5" fmla="*/ 1374516 w 1861854"/>
              <a:gd name="connsiteY5" fmla="*/ 238761 h 277779"/>
              <a:gd name="connsiteX6" fmla="*/ 1613277 w 1861854"/>
              <a:gd name="connsiteY6" fmla="*/ 0 h 277779"/>
              <a:gd name="connsiteX7" fmla="*/ 1861854 w 1861854"/>
              <a:gd name="connsiteY7" fmla="*/ 248577 h 277779"/>
              <a:gd name="connsiteX8" fmla="*/ 1842470 w 1861854"/>
              <a:gd name="connsiteY8" fmla="*/ 268208 h 277779"/>
              <a:gd name="connsiteX9" fmla="*/ 1613277 w 1861854"/>
              <a:gd name="connsiteY9" fmla="*/ 39017 h 277779"/>
              <a:gd name="connsiteX10" fmla="*/ 1374516 w 1861854"/>
              <a:gd name="connsiteY10" fmla="*/ 277779 h 277779"/>
              <a:gd name="connsiteX11" fmla="*/ 1135754 w 1861854"/>
              <a:gd name="connsiteY11" fmla="*/ 39017 h 277779"/>
              <a:gd name="connsiteX12" fmla="*/ 896745 w 1861854"/>
              <a:gd name="connsiteY12" fmla="*/ 277779 h 277779"/>
              <a:gd name="connsiteX13" fmla="*/ 657984 w 1861854"/>
              <a:gd name="connsiteY13" fmla="*/ 39017 h 277779"/>
              <a:gd name="connsiteX14" fmla="*/ 419222 w 1861854"/>
              <a:gd name="connsiteY14" fmla="*/ 277779 h 277779"/>
              <a:gd name="connsiteX15" fmla="*/ 180458 w 1861854"/>
              <a:gd name="connsiteY15" fmla="*/ 39017 h 277779"/>
              <a:gd name="connsiteX16" fmla="*/ 0 w 1861854"/>
              <a:gd name="connsiteY16" fmla="*/ 219475 h 277779"/>
              <a:gd name="connsiteX17" fmla="*/ 0 w 1861854"/>
              <a:gd name="connsiteY17" fmla="*/ 180458 h 2777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861854" h="277779">
                <a:moveTo>
                  <a:pt x="180458" y="0"/>
                </a:moveTo>
                <a:lnTo>
                  <a:pt x="419222" y="238761"/>
                </a:lnTo>
                <a:lnTo>
                  <a:pt x="657984" y="0"/>
                </a:lnTo>
                <a:lnTo>
                  <a:pt x="896745" y="238761"/>
                </a:lnTo>
                <a:lnTo>
                  <a:pt x="1135754" y="0"/>
                </a:lnTo>
                <a:lnTo>
                  <a:pt x="1374516" y="238761"/>
                </a:lnTo>
                <a:lnTo>
                  <a:pt x="1613277" y="0"/>
                </a:lnTo>
                <a:lnTo>
                  <a:pt x="1861854" y="248577"/>
                </a:lnTo>
                <a:lnTo>
                  <a:pt x="1842470" y="268208"/>
                </a:lnTo>
                <a:lnTo>
                  <a:pt x="1613277" y="39017"/>
                </a:lnTo>
                <a:lnTo>
                  <a:pt x="1374516" y="277779"/>
                </a:lnTo>
                <a:lnTo>
                  <a:pt x="1135754" y="39017"/>
                </a:lnTo>
                <a:lnTo>
                  <a:pt x="896745" y="277779"/>
                </a:lnTo>
                <a:lnTo>
                  <a:pt x="657984" y="39017"/>
                </a:lnTo>
                <a:lnTo>
                  <a:pt x="419222" y="277779"/>
                </a:lnTo>
                <a:lnTo>
                  <a:pt x="180458" y="39017"/>
                </a:lnTo>
                <a:lnTo>
                  <a:pt x="0" y="219475"/>
                </a:lnTo>
                <a:lnTo>
                  <a:pt x="0" y="180458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558C4F41-C97D-4755-8F7C-8C0A8E182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61921" y="798986"/>
            <a:ext cx="3727692" cy="3855397"/>
          </a:xfrm>
          <a:prstGeom prst="rect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48295BF-7687-31B2-6896-84C86337B1D0}"/>
              </a:ext>
            </a:extLst>
          </p:cNvPr>
          <p:cNvSpPr txBox="1"/>
          <p:nvPr/>
        </p:nvSpPr>
        <p:spPr>
          <a:xfrm>
            <a:off x="1504502" y="1018596"/>
            <a:ext cx="3138076" cy="257789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 defTabSz="91440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7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A232F408-BBCD-48EE-ABF6-95201EF723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586" y="3453761"/>
            <a:ext cx="239956" cy="319941"/>
          </a:xfrm>
          <a:prstGeom prst="ellipse">
            <a:avLst/>
          </a:pr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02D5D2F-11CF-47F1-B542-8ED3199DC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4586" y="3453761"/>
            <a:ext cx="239956" cy="319941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1" name="Freeform: Shape 40">
            <a:extLst>
              <a:ext uri="{FF2B5EF4-FFF2-40B4-BE49-F238E27FC236}">
                <a16:creationId xmlns:a16="http://schemas.microsoft.com/office/drawing/2014/main" id="{79109165-7872-4D8A-A545-F48B3AF1D0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87264" y="4738591"/>
            <a:ext cx="1656736" cy="211940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5438E66D-E34C-48D4-9F9D-021EBD5689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487264" y="4738591"/>
            <a:ext cx="1656736" cy="2119409"/>
          </a:xfrm>
          <a:custGeom>
            <a:avLst/>
            <a:gdLst>
              <a:gd name="connsiteX0" fmla="*/ 2473947 w 3432581"/>
              <a:gd name="connsiteY0" fmla="*/ 0 h 3293393"/>
              <a:gd name="connsiteX1" fmla="*/ 3209623 w 3432581"/>
              <a:gd name="connsiteY1" fmla="*/ 111224 h 3293393"/>
              <a:gd name="connsiteX2" fmla="*/ 3432581 w 3432581"/>
              <a:gd name="connsiteY2" fmla="*/ 192828 h 3293393"/>
              <a:gd name="connsiteX3" fmla="*/ 3432581 w 3432581"/>
              <a:gd name="connsiteY3" fmla="*/ 3293393 h 3293393"/>
              <a:gd name="connsiteX4" fmla="*/ 141884 w 3432581"/>
              <a:gd name="connsiteY4" fmla="*/ 3293393 h 3293393"/>
              <a:gd name="connsiteX5" fmla="*/ 111224 w 3432581"/>
              <a:gd name="connsiteY5" fmla="*/ 3209623 h 3293393"/>
              <a:gd name="connsiteX6" fmla="*/ 0 w 3432581"/>
              <a:gd name="connsiteY6" fmla="*/ 2473947 h 3293393"/>
              <a:gd name="connsiteX7" fmla="*/ 2473947 w 3432581"/>
              <a:gd name="connsiteY7" fmla="*/ 0 h 32933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432581" h="3293393">
                <a:moveTo>
                  <a:pt x="2473947" y="0"/>
                </a:moveTo>
                <a:cubicBezTo>
                  <a:pt x="2730133" y="0"/>
                  <a:pt x="2977223" y="38940"/>
                  <a:pt x="3209623" y="111224"/>
                </a:cubicBezTo>
                <a:lnTo>
                  <a:pt x="3432581" y="192828"/>
                </a:lnTo>
                <a:lnTo>
                  <a:pt x="3432581" y="3293393"/>
                </a:lnTo>
                <a:lnTo>
                  <a:pt x="141884" y="3293393"/>
                </a:lnTo>
                <a:lnTo>
                  <a:pt x="111224" y="3209623"/>
                </a:lnTo>
                <a:cubicBezTo>
                  <a:pt x="38940" y="2977224"/>
                  <a:pt x="0" y="2730133"/>
                  <a:pt x="0" y="2473947"/>
                </a:cubicBezTo>
                <a:cubicBezTo>
                  <a:pt x="0" y="1107624"/>
                  <a:pt x="1107624" y="0"/>
                  <a:pt x="2473947" y="0"/>
                </a:cubicBezTo>
                <a:close/>
              </a:path>
            </a:pathLst>
          </a:custGeom>
          <a:solidFill>
            <a:schemeClr val="accent6">
              <a:alpha val="30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45" name="Graphic 185">
            <a:extLst>
              <a:ext uri="{FF2B5EF4-FFF2-40B4-BE49-F238E27FC236}">
                <a16:creationId xmlns:a16="http://schemas.microsoft.com/office/drawing/2014/main" id="{1BC9510C-172B-4086-A60F-7AF0FBF22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757610" y="5662437"/>
            <a:ext cx="790849" cy="469689"/>
            <a:chOff x="9841624" y="4115729"/>
            <a:chExt cx="602169" cy="268223"/>
          </a:xfrm>
          <a:solidFill>
            <a:schemeClr val="bg1"/>
          </a:solidFill>
        </p:grpSpPr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C688A7FC-74D4-4003-9F5C-8C0A3F661F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841624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9443884A-0473-4494-95AC-A74292738D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941445" y="4115729"/>
              <a:ext cx="202882" cy="268223"/>
            </a:xfrm>
            <a:custGeom>
              <a:avLst/>
              <a:gdLst>
                <a:gd name="connsiteX0" fmla="*/ 20765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765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EA5C72FE-7FB1-4DA7-8CF8-45CA6AFB5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041267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8A05A27-4E41-41AB-BB9E-977863EF72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141090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E412BF9D-EAB2-42D7-B657-42D5D101B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240911" y="4115729"/>
              <a:ext cx="202882" cy="268223"/>
            </a:xfrm>
            <a:custGeom>
              <a:avLst/>
              <a:gdLst>
                <a:gd name="connsiteX0" fmla="*/ 20669 w 202882"/>
                <a:gd name="connsiteY0" fmla="*/ 268224 h 268223"/>
                <a:gd name="connsiteX1" fmla="*/ 0 w 202882"/>
                <a:gd name="connsiteY1" fmla="*/ 268224 h 268223"/>
                <a:gd name="connsiteX2" fmla="*/ 182118 w 202882"/>
                <a:gd name="connsiteY2" fmla="*/ 0 h 268223"/>
                <a:gd name="connsiteX3" fmla="*/ 202883 w 202882"/>
                <a:gd name="connsiteY3" fmla="*/ 0 h 2682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02882" h="268223">
                  <a:moveTo>
                    <a:pt x="20669" y="268224"/>
                  </a:moveTo>
                  <a:lnTo>
                    <a:pt x="0" y="268224"/>
                  </a:lnTo>
                  <a:lnTo>
                    <a:pt x="182118" y="0"/>
                  </a:lnTo>
                  <a:lnTo>
                    <a:pt x="20288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6" name="Graphic 5" descr="Handshake">
            <a:extLst>
              <a:ext uri="{FF2B5EF4-FFF2-40B4-BE49-F238E27FC236}">
                <a16:creationId xmlns:a16="http://schemas.microsoft.com/office/drawing/2014/main" id="{AE4510CE-2718-12D4-970F-58227F98B9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97353" y="2580962"/>
            <a:ext cx="2807608" cy="2807608"/>
          </a:xfrm>
          <a:prstGeom prst="rect">
            <a:avLst/>
          </a:prstGeom>
        </p:spPr>
      </p:pic>
      <p:sp>
        <p:nvSpPr>
          <p:cNvPr id="52" name="Graphic 212">
            <a:extLst>
              <a:ext uri="{FF2B5EF4-FFF2-40B4-BE49-F238E27FC236}">
                <a16:creationId xmlns:a16="http://schemas.microsoft.com/office/drawing/2014/main" id="{FEFCF180-A212-449F-8D07-5EC94B281A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74047" y="2262962"/>
            <a:ext cx="466854" cy="622472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54" name="Graphic 212">
            <a:extLst>
              <a:ext uri="{FF2B5EF4-FFF2-40B4-BE49-F238E27FC236}">
                <a16:creationId xmlns:a16="http://schemas.microsoft.com/office/drawing/2014/main" id="{1400E1BC-11DC-49A0-856F-992F20EB4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374047" y="2262962"/>
            <a:ext cx="466854" cy="622472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9949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1149</Words>
  <Application>Microsoft Office PowerPoint</Application>
  <PresentationFormat>On-screen Show (4:3)</PresentationFormat>
  <Paragraphs>110</Paragraphs>
  <Slides>24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Bradley Hand ITC</vt:lpstr>
      <vt:lpstr>Calibri</vt:lpstr>
      <vt:lpstr>Dreaming Outloud Script Pro</vt:lpstr>
      <vt:lpstr>Office Theme</vt:lpstr>
      <vt:lpstr>Assignment  and  Capstone Project </vt:lpstr>
      <vt:lpstr>Assignment Task : Run 3 attacks</vt:lpstr>
      <vt:lpstr>First Attack: Create a new user</vt:lpstr>
      <vt:lpstr>New user added to the system</vt:lpstr>
      <vt:lpstr>Second Attack Activity: sudo id </vt:lpstr>
      <vt:lpstr>PAM: login session opened</vt:lpstr>
      <vt:lpstr>Third Attack Activity: sudo sh -c 'echo "# SOC-LAB" &gt;&gt; /etc/hosts' </vt:lpstr>
      <vt:lpstr>Integrity checksum changed</vt:lpstr>
      <vt:lpstr>CAPSTONE PROJECT</vt:lpstr>
      <vt:lpstr>Step1 :</vt:lpstr>
      <vt:lpstr>Step 2:</vt:lpstr>
      <vt:lpstr>File hashes</vt:lpstr>
      <vt:lpstr>Wazuhfile Integrity Monitoring in real time:</vt:lpstr>
      <vt:lpstr>Step 3: Check Wazuh for the alert</vt:lpstr>
      <vt:lpstr> </vt:lpstr>
      <vt:lpstr>Wazuh alert details</vt:lpstr>
      <vt:lpstr>Step 4 :</vt:lpstr>
      <vt:lpstr>Step 5: VERDICT</vt:lpstr>
      <vt:lpstr>Step 6:</vt:lpstr>
      <vt:lpstr>Step 7</vt:lpstr>
      <vt:lpstr>Agent is still connected and active</vt:lpstr>
      <vt:lpstr>No Additional Related Alerts</vt:lpstr>
      <vt:lpstr>4. Response/Remediation Event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M365 Copilot</dc:creator>
  <cp:keywords/>
  <dc:description>generated using python-pptx</dc:description>
  <cp:lastModifiedBy>funsho igbasan</cp:lastModifiedBy>
  <cp:revision>3</cp:revision>
  <dcterms:created xsi:type="dcterms:W3CDTF">2026-10-03T14:32:43Z</dcterms:created>
  <dcterms:modified xsi:type="dcterms:W3CDTF">2026-10-03T17:05:07Z</dcterms:modified>
  <cp:category/>
</cp:coreProperties>
</file>