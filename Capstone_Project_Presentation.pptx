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6" r:id="rId4"/>
    <p:sldId id="279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E201A-DDAF-45F6-8C91-8ACDA41B6A8D}" v="30" dt="2026-10-11T22:55:48.0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5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unsho igbasan" userId="d209f1c09cf77b73" providerId="LiveId" clId="{2D0DCEB4-97B8-45F2-857A-59AEFA6FBCDF}"/>
    <pc:docChg chg="undo custSel addSld delSld modSld sldOrd">
      <pc:chgData name="funsho igbasan" userId="d209f1c09cf77b73" providerId="LiveId" clId="{2D0DCEB4-97B8-45F2-857A-59AEFA6FBCDF}" dt="2026-10-11T23:18:25.766" v="444" actId="47"/>
      <pc:docMkLst>
        <pc:docMk/>
      </pc:docMkLst>
      <pc:sldChg chg="modSp mod ord">
        <pc:chgData name="funsho igbasan" userId="d209f1c09cf77b73" providerId="LiveId" clId="{2D0DCEB4-97B8-45F2-857A-59AEFA6FBCDF}" dt="2026-10-11T23:18:18.488" v="443" actId="255"/>
        <pc:sldMkLst>
          <pc:docMk/>
          <pc:sldMk cId="0" sldId="256"/>
        </pc:sldMkLst>
        <pc:spChg chg="mod">
          <ac:chgData name="funsho igbasan" userId="d209f1c09cf77b73" providerId="LiveId" clId="{2D0DCEB4-97B8-45F2-857A-59AEFA6FBCDF}" dt="2026-10-11T23:18:18.488" v="443" actId="255"/>
          <ac:spMkLst>
            <pc:docMk/>
            <pc:sldMk cId="0" sldId="256"/>
            <ac:spMk id="2" creationId="{00000000-0000-0000-0000-000000000000}"/>
          </ac:spMkLst>
        </pc:spChg>
      </pc:sldChg>
      <pc:sldChg chg="modSp add del mod ord">
        <pc:chgData name="funsho igbasan" userId="d209f1c09cf77b73" providerId="LiveId" clId="{2D0DCEB4-97B8-45F2-857A-59AEFA6FBCDF}" dt="2026-10-11T23:17:06.067" v="406" actId="47"/>
        <pc:sldMkLst>
          <pc:docMk/>
          <pc:sldMk cId="0" sldId="257"/>
        </pc:sldMkLst>
        <pc:spChg chg="mod">
          <ac:chgData name="funsho igbasan" userId="d209f1c09cf77b73" providerId="LiveId" clId="{2D0DCEB4-97B8-45F2-857A-59AEFA6FBCDF}" dt="2026-10-11T22:57:07.478" v="401" actId="20577"/>
          <ac:spMkLst>
            <pc:docMk/>
            <pc:sldMk cId="0" sldId="257"/>
            <ac:spMk id="2" creationId="{00000000-0000-0000-0000-000000000000}"/>
          </ac:spMkLst>
        </pc:spChg>
      </pc:sldChg>
      <pc:sldChg chg="addSp delSp modSp add del mod ord">
        <pc:chgData name="funsho igbasan" userId="d209f1c09cf77b73" providerId="LiveId" clId="{2D0DCEB4-97B8-45F2-857A-59AEFA6FBCDF}" dt="2026-10-11T23:17:06.067" v="406" actId="47"/>
        <pc:sldMkLst>
          <pc:docMk/>
          <pc:sldMk cId="0" sldId="258"/>
        </pc:sldMkLst>
      </pc:sldChg>
      <pc:sldChg chg="add del ord">
        <pc:chgData name="funsho igbasan" userId="d209f1c09cf77b73" providerId="LiveId" clId="{2D0DCEB4-97B8-45F2-857A-59AEFA6FBCDF}" dt="2026-10-11T23:17:06.067" v="406" actId="47"/>
        <pc:sldMkLst>
          <pc:docMk/>
          <pc:sldMk cId="0" sldId="259"/>
        </pc:sldMkLst>
      </pc:sldChg>
      <pc:sldChg chg="addSp delSp modSp add del mod ord">
        <pc:chgData name="funsho igbasan" userId="d209f1c09cf77b73" providerId="LiveId" clId="{2D0DCEB4-97B8-45F2-857A-59AEFA6FBCDF}" dt="2026-10-11T23:17:15.540" v="408" actId="47"/>
        <pc:sldMkLst>
          <pc:docMk/>
          <pc:sldMk cId="0" sldId="260"/>
        </pc:sldMkLst>
      </pc:sldChg>
      <pc:sldChg chg="add del ord">
        <pc:chgData name="funsho igbasan" userId="d209f1c09cf77b73" providerId="LiveId" clId="{2D0DCEB4-97B8-45F2-857A-59AEFA6FBCDF}" dt="2026-10-11T23:17:10.960" v="407" actId="47"/>
        <pc:sldMkLst>
          <pc:docMk/>
          <pc:sldMk cId="0" sldId="261"/>
        </pc:sldMkLst>
      </pc:sldChg>
      <pc:sldChg chg="addSp delSp modSp add del mod ord">
        <pc:chgData name="funsho igbasan" userId="d209f1c09cf77b73" providerId="LiveId" clId="{2D0DCEB4-97B8-45F2-857A-59AEFA6FBCDF}" dt="2026-10-11T23:17:10.960" v="407" actId="47"/>
        <pc:sldMkLst>
          <pc:docMk/>
          <pc:sldMk cId="0" sldId="262"/>
        </pc:sldMkLst>
      </pc:sldChg>
      <pc:sldChg chg="add del ord">
        <pc:chgData name="funsho igbasan" userId="d209f1c09cf77b73" providerId="LiveId" clId="{2D0DCEB4-97B8-45F2-857A-59AEFA6FBCDF}" dt="2026-10-11T23:17:10.960" v="407" actId="47"/>
        <pc:sldMkLst>
          <pc:docMk/>
          <pc:sldMk cId="0" sldId="263"/>
        </pc:sldMkLst>
      </pc:sldChg>
      <pc:sldChg chg="del">
        <pc:chgData name="funsho igbasan" userId="d209f1c09cf77b73" providerId="LiveId" clId="{2D0DCEB4-97B8-45F2-857A-59AEFA6FBCDF}" dt="2026-10-11T23:18:25.766" v="444" actId="47"/>
        <pc:sldMkLst>
          <pc:docMk/>
          <pc:sldMk cId="0" sldId="264"/>
        </pc:sldMkLst>
      </pc:sldChg>
      <pc:sldChg chg="addSp delSp modSp mod">
        <pc:chgData name="funsho igbasan" userId="d209f1c09cf77b73" providerId="LiveId" clId="{2D0DCEB4-97B8-45F2-857A-59AEFA6FBCDF}" dt="2026-10-03T16:24:32.572" v="16" actId="14100"/>
        <pc:sldMkLst>
          <pc:docMk/>
          <pc:sldMk cId="0" sldId="265"/>
        </pc:sldMkLst>
        <pc:picChg chg="add mod">
          <ac:chgData name="funsho igbasan" userId="d209f1c09cf77b73" providerId="LiveId" clId="{2D0DCEB4-97B8-45F2-857A-59AEFA6FBCDF}" dt="2026-10-03T16:24:32.572" v="16" actId="14100"/>
          <ac:picMkLst>
            <pc:docMk/>
            <pc:sldMk cId="0" sldId="265"/>
            <ac:picMk id="5" creationId="{5615E4C9-670A-4A8C-AA0F-97EA15D6D4AF}"/>
          </ac:picMkLst>
        </pc:picChg>
      </pc:sldChg>
      <pc:sldChg chg="addSp delSp modSp add del mod">
        <pc:chgData name="funsho igbasan" userId="d209f1c09cf77b73" providerId="LiveId" clId="{2D0DCEB4-97B8-45F2-857A-59AEFA6FBCDF}" dt="2026-10-03T16:25:19.562" v="25" actId="1076"/>
        <pc:sldMkLst>
          <pc:docMk/>
          <pc:sldMk cId="0" sldId="266"/>
        </pc:sldMkLst>
        <pc:picChg chg="add mod">
          <ac:chgData name="funsho igbasan" userId="d209f1c09cf77b73" providerId="LiveId" clId="{2D0DCEB4-97B8-45F2-857A-59AEFA6FBCDF}" dt="2026-10-03T16:25:19.562" v="25" actId="1076"/>
          <ac:picMkLst>
            <pc:docMk/>
            <pc:sldMk cId="0" sldId="266"/>
            <ac:picMk id="5" creationId="{BE1A1506-2CEA-4DFC-8856-18219A7F358A}"/>
          </ac:picMkLst>
        </pc:picChg>
      </pc:sldChg>
      <pc:sldChg chg="addSp modSp mod">
        <pc:chgData name="funsho igbasan" userId="d209f1c09cf77b73" providerId="LiveId" clId="{2D0DCEB4-97B8-45F2-857A-59AEFA6FBCDF}" dt="2026-10-03T16:31:02.410" v="102" actId="26606"/>
        <pc:sldMkLst>
          <pc:docMk/>
          <pc:sldMk cId="0" sldId="267"/>
        </pc:sldMkLst>
        <pc:spChg chg="mod">
          <ac:chgData name="funsho igbasan" userId="d209f1c09cf77b73" providerId="LiveId" clId="{2D0DCEB4-97B8-45F2-857A-59AEFA6FBCDF}" dt="2026-10-03T16:30:30.013" v="91" actId="255"/>
          <ac:spMkLst>
            <pc:docMk/>
            <pc:sldMk cId="0" sldId="267"/>
            <ac:spMk id="2" creationId="{00000000-0000-0000-0000-000000000000}"/>
          </ac:spMkLst>
        </pc:spChg>
        <pc:graphicFrameChg chg="add mod modGraphic">
          <ac:chgData name="funsho igbasan" userId="d209f1c09cf77b73" providerId="LiveId" clId="{2D0DCEB4-97B8-45F2-857A-59AEFA6FBCDF}" dt="2026-10-03T16:31:02.410" v="102" actId="26606"/>
          <ac:graphicFrameMkLst>
            <pc:docMk/>
            <pc:sldMk cId="0" sldId="267"/>
            <ac:graphicFrameMk id="4" creationId="{83268D7E-3C87-293C-C2FA-FDEC0DB7E7F5}"/>
          </ac:graphicFrameMkLst>
        </pc:graphicFrameChg>
        <pc:graphicFrameChg chg="mod">
          <ac:chgData name="funsho igbasan" userId="d209f1c09cf77b73" providerId="LiveId" clId="{2D0DCEB4-97B8-45F2-857A-59AEFA6FBCDF}" dt="2026-10-03T16:30:39.191" v="93" actId="14100"/>
          <ac:graphicFrameMkLst>
            <pc:docMk/>
            <pc:sldMk cId="0" sldId="267"/>
            <ac:graphicFrameMk id="5" creationId="{B3D80F5A-BA9D-D286-A2DA-17D04BAD786E}"/>
          </ac:graphicFrameMkLst>
        </pc:graphicFrameChg>
      </pc:sldChg>
      <pc:sldChg chg="addSp delSp modSp mod setBg">
        <pc:chgData name="funsho igbasan" userId="d209f1c09cf77b73" providerId="LiveId" clId="{2D0DCEB4-97B8-45F2-857A-59AEFA6FBCDF}" dt="2026-10-03T16:37:06.113" v="141" actId="26606"/>
        <pc:sldMkLst>
          <pc:docMk/>
          <pc:sldMk cId="0" sldId="268"/>
        </pc:sldMkLst>
        <pc:spChg chg="mod">
          <ac:chgData name="funsho igbasan" userId="d209f1c09cf77b73" providerId="LiveId" clId="{2D0DCEB4-97B8-45F2-857A-59AEFA6FBCDF}" dt="2026-10-03T16:37:06.113" v="141" actId="26606"/>
          <ac:spMkLst>
            <pc:docMk/>
            <pc:sldMk cId="0" sldId="268"/>
            <ac:spMk id="2" creationId="{00000000-0000-0000-0000-000000000000}"/>
          </ac:spMkLst>
        </pc:spChg>
        <pc:spChg chg="add">
          <ac:chgData name="funsho igbasan" userId="d209f1c09cf77b73" providerId="LiveId" clId="{2D0DCEB4-97B8-45F2-857A-59AEFA6FBCDF}" dt="2026-10-03T16:37:06.113" v="141" actId="26606"/>
          <ac:spMkLst>
            <pc:docMk/>
            <pc:sldMk cId="0" sldId="268"/>
            <ac:spMk id="8" creationId="{A8384FB5-9ADC-4DDC-881B-597D56F5B15D}"/>
          </ac:spMkLst>
        </pc:spChg>
        <pc:spChg chg="add">
          <ac:chgData name="funsho igbasan" userId="d209f1c09cf77b73" providerId="LiveId" clId="{2D0DCEB4-97B8-45F2-857A-59AEFA6FBCDF}" dt="2026-10-03T16:37:06.113" v="141" actId="26606"/>
          <ac:spMkLst>
            <pc:docMk/>
            <pc:sldMk cId="0" sldId="268"/>
            <ac:spMk id="10" creationId="{1199E1B1-A8C0-4FE8-A5A8-1CB41D69F857}"/>
          </ac:spMkLst>
        </pc:spChg>
        <pc:spChg chg="add">
          <ac:chgData name="funsho igbasan" userId="d209f1c09cf77b73" providerId="LiveId" clId="{2D0DCEB4-97B8-45F2-857A-59AEFA6FBCDF}" dt="2026-10-03T16:37:06.113" v="141" actId="26606"/>
          <ac:spMkLst>
            <pc:docMk/>
            <pc:sldMk cId="0" sldId="268"/>
            <ac:spMk id="12" creationId="{84A8DE83-DE75-4B41-9DB4-A7EC0B0DEC0B}"/>
          </ac:spMkLst>
        </pc:spChg>
        <pc:spChg chg="add">
          <ac:chgData name="funsho igbasan" userId="d209f1c09cf77b73" providerId="LiveId" clId="{2D0DCEB4-97B8-45F2-857A-59AEFA6FBCDF}" dt="2026-10-03T16:37:06.113" v="141" actId="26606"/>
          <ac:spMkLst>
            <pc:docMk/>
            <pc:sldMk cId="0" sldId="268"/>
            <ac:spMk id="14" creationId="{A7009A0A-BEF5-4EAC-AF15-E4F9F002E239}"/>
          </ac:spMkLst>
        </pc:spChg>
        <pc:picChg chg="add mod">
          <ac:chgData name="funsho igbasan" userId="d209f1c09cf77b73" providerId="LiveId" clId="{2D0DCEB4-97B8-45F2-857A-59AEFA6FBCDF}" dt="2026-10-03T16:37:06.113" v="141" actId="26606"/>
          <ac:picMkLst>
            <pc:docMk/>
            <pc:sldMk cId="0" sldId="268"/>
            <ac:picMk id="3" creationId="{BED0EE3C-2F75-4454-9C01-DC64521FA02E}"/>
          </ac:picMkLst>
        </pc:picChg>
      </pc:sldChg>
      <pc:sldChg chg="addSp delSp modSp mod">
        <pc:chgData name="funsho igbasan" userId="d209f1c09cf77b73" providerId="LiveId" clId="{2D0DCEB4-97B8-45F2-857A-59AEFA6FBCDF}" dt="2026-10-03T16:38:01.328" v="159" actId="26606"/>
        <pc:sldMkLst>
          <pc:docMk/>
          <pc:sldMk cId="0" sldId="269"/>
        </pc:sldMkLst>
        <pc:spChg chg="mod">
          <ac:chgData name="funsho igbasan" userId="d209f1c09cf77b73" providerId="LiveId" clId="{2D0DCEB4-97B8-45F2-857A-59AEFA6FBCDF}" dt="2026-10-03T16:38:01.328" v="159" actId="26606"/>
          <ac:spMkLst>
            <pc:docMk/>
            <pc:sldMk cId="0" sldId="269"/>
            <ac:spMk id="2" creationId="{00000000-0000-0000-0000-000000000000}"/>
          </ac:spMkLst>
        </pc:spChg>
        <pc:spChg chg="mod ord">
          <ac:chgData name="funsho igbasan" userId="d209f1c09cf77b73" providerId="LiveId" clId="{2D0DCEB4-97B8-45F2-857A-59AEFA6FBCDF}" dt="2026-10-03T16:38:01.328" v="159" actId="26606"/>
          <ac:spMkLst>
            <pc:docMk/>
            <pc:sldMk cId="0" sldId="269"/>
            <ac:spMk id="3" creationId="{00000000-0000-0000-0000-000000000000}"/>
          </ac:spMkLst>
        </pc:spChg>
        <pc:spChg chg="add">
          <ac:chgData name="funsho igbasan" userId="d209f1c09cf77b73" providerId="LiveId" clId="{2D0DCEB4-97B8-45F2-857A-59AEFA6FBCDF}" dt="2026-10-03T16:38:01.328" v="159" actId="26606"/>
          <ac:spMkLst>
            <pc:docMk/>
            <pc:sldMk cId="0" sldId="269"/>
            <ac:spMk id="96" creationId="{D7A453D2-15D8-4403-815F-291FA16340D9}"/>
          </ac:spMkLst>
        </pc:spChg>
        <pc:spChg chg="add">
          <ac:chgData name="funsho igbasan" userId="d209f1c09cf77b73" providerId="LiveId" clId="{2D0DCEB4-97B8-45F2-857A-59AEFA6FBCDF}" dt="2026-10-03T16:38:01.328" v="159" actId="26606"/>
          <ac:spMkLst>
            <pc:docMk/>
            <pc:sldMk cId="0" sldId="269"/>
            <ac:spMk id="97" creationId="{8161EA6B-09CA-445B-AB0D-8DF76FA92DEF}"/>
          </ac:spMkLst>
        </pc:spChg>
        <pc:spChg chg="add">
          <ac:chgData name="funsho igbasan" userId="d209f1c09cf77b73" providerId="LiveId" clId="{2D0DCEB4-97B8-45F2-857A-59AEFA6FBCDF}" dt="2026-10-03T16:38:01.328" v="159" actId="26606"/>
          <ac:spMkLst>
            <pc:docMk/>
            <pc:sldMk cId="0" sldId="269"/>
            <ac:spMk id="105" creationId="{B8114C98-A349-4111-A123-E8EAB86ABE30}"/>
          </ac:spMkLst>
        </pc:spChg>
        <pc:spChg chg="add">
          <ac:chgData name="funsho igbasan" userId="d209f1c09cf77b73" providerId="LiveId" clId="{2D0DCEB4-97B8-45F2-857A-59AEFA6FBCDF}" dt="2026-10-03T16:38:01.328" v="159" actId="26606"/>
          <ac:spMkLst>
            <pc:docMk/>
            <pc:sldMk cId="0" sldId="269"/>
            <ac:spMk id="107" creationId="{E2D3D3F2-ABBB-4453-B1C5-1BEBF7E4DD56}"/>
          </ac:spMkLst>
        </pc:spChg>
        <pc:grpChg chg="add">
          <ac:chgData name="funsho igbasan" userId="d209f1c09cf77b73" providerId="LiveId" clId="{2D0DCEB4-97B8-45F2-857A-59AEFA6FBCDF}" dt="2026-10-03T16:38:01.328" v="159" actId="26606"/>
          <ac:grpSpMkLst>
            <pc:docMk/>
            <pc:sldMk cId="0" sldId="269"/>
            <ac:grpSpMk id="98" creationId="{74E65F23-789E-4CB9-B34F-46A85E25D667}"/>
          </ac:grpSpMkLst>
        </pc:grpChg>
        <pc:picChg chg="add mod ord">
          <ac:chgData name="funsho igbasan" userId="d209f1c09cf77b73" providerId="LiveId" clId="{2D0DCEB4-97B8-45F2-857A-59AEFA6FBCDF}" dt="2026-10-03T16:38:01.328" v="159" actId="26606"/>
          <ac:picMkLst>
            <pc:docMk/>
            <pc:sldMk cId="0" sldId="269"/>
            <ac:picMk id="5" creationId="{9AE5F954-F630-4097-AA28-49513B40E7B7}"/>
          </ac:picMkLst>
        </pc:picChg>
      </pc:sldChg>
      <pc:sldChg chg="addSp delSp modSp mod">
        <pc:chgData name="funsho igbasan" userId="d209f1c09cf77b73" providerId="LiveId" clId="{2D0DCEB4-97B8-45F2-857A-59AEFA6FBCDF}" dt="2026-10-03T16:40:01.273" v="177" actId="14100"/>
        <pc:sldMkLst>
          <pc:docMk/>
          <pc:sldMk cId="0" sldId="270"/>
        </pc:sldMkLst>
        <pc:spChg chg="mod">
          <ac:chgData name="funsho igbasan" userId="d209f1c09cf77b73" providerId="LiveId" clId="{2D0DCEB4-97B8-45F2-857A-59AEFA6FBCDF}" dt="2026-10-03T16:39:20.302" v="167" actId="255"/>
          <ac:spMkLst>
            <pc:docMk/>
            <pc:sldMk cId="0" sldId="270"/>
            <ac:spMk id="2" creationId="{00000000-0000-0000-0000-000000000000}"/>
          </ac:spMkLst>
        </pc:spChg>
        <pc:picChg chg="add mod">
          <ac:chgData name="funsho igbasan" userId="d209f1c09cf77b73" providerId="LiveId" clId="{2D0DCEB4-97B8-45F2-857A-59AEFA6FBCDF}" dt="2026-10-03T16:39:30.879" v="170" actId="14100"/>
          <ac:picMkLst>
            <pc:docMk/>
            <pc:sldMk cId="0" sldId="270"/>
            <ac:picMk id="5" creationId="{633C0BA0-C20A-42B8-8EAD-3BFF37F06C51}"/>
          </ac:picMkLst>
        </pc:picChg>
        <pc:picChg chg="add mod">
          <ac:chgData name="funsho igbasan" userId="d209f1c09cf77b73" providerId="LiveId" clId="{2D0DCEB4-97B8-45F2-857A-59AEFA6FBCDF}" dt="2026-10-03T16:40:01.273" v="177" actId="14100"/>
          <ac:picMkLst>
            <pc:docMk/>
            <pc:sldMk cId="0" sldId="270"/>
            <ac:picMk id="6" creationId="{45376D0C-A7AE-4D55-9B02-D9459C5233EA}"/>
          </ac:picMkLst>
        </pc:picChg>
      </pc:sldChg>
      <pc:sldChg chg="addSp delSp modSp mod setClrOvrMap">
        <pc:chgData name="funsho igbasan" userId="d209f1c09cf77b73" providerId="LiveId" clId="{2D0DCEB4-97B8-45F2-857A-59AEFA6FBCDF}" dt="2026-10-03T17:05:02.436" v="343" actId="20577"/>
        <pc:sldMkLst>
          <pc:docMk/>
          <pc:sldMk cId="0" sldId="271"/>
        </pc:sldMkLst>
        <pc:spChg chg="mod ord">
          <ac:chgData name="funsho igbasan" userId="d209f1c09cf77b73" providerId="LiveId" clId="{2D0DCEB4-97B8-45F2-857A-59AEFA6FBCDF}" dt="2026-10-03T16:41:52.975" v="196" actId="26606"/>
          <ac:spMkLst>
            <pc:docMk/>
            <pc:sldMk cId="0" sldId="271"/>
            <ac:spMk id="2" creationId="{00000000-0000-0000-0000-000000000000}"/>
          </ac:spMkLst>
        </pc:spChg>
        <pc:spChg chg="add">
          <ac:chgData name="funsho igbasan" userId="d209f1c09cf77b73" providerId="LiveId" clId="{2D0DCEB4-97B8-45F2-857A-59AEFA6FBCDF}" dt="2026-10-03T16:41:52.975" v="196" actId="26606"/>
          <ac:spMkLst>
            <pc:docMk/>
            <pc:sldMk cId="0" sldId="271"/>
            <ac:spMk id="29" creationId="{D7A453D2-15D8-4403-815F-291FA16340D9}"/>
          </ac:spMkLst>
        </pc:spChg>
        <pc:spChg chg="add">
          <ac:chgData name="funsho igbasan" userId="d209f1c09cf77b73" providerId="LiveId" clId="{2D0DCEB4-97B8-45F2-857A-59AEFA6FBCDF}" dt="2026-10-03T16:41:52.975" v="196" actId="26606"/>
          <ac:spMkLst>
            <pc:docMk/>
            <pc:sldMk cId="0" sldId="271"/>
            <ac:spMk id="35" creationId="{8161EA6B-09CA-445B-AB0D-8DF76FA92DEF}"/>
          </ac:spMkLst>
        </pc:spChg>
        <pc:spChg chg="add">
          <ac:chgData name="funsho igbasan" userId="d209f1c09cf77b73" providerId="LiveId" clId="{2D0DCEB4-97B8-45F2-857A-59AEFA6FBCDF}" dt="2026-10-03T16:41:52.975" v="196" actId="26606"/>
          <ac:spMkLst>
            <pc:docMk/>
            <pc:sldMk cId="0" sldId="271"/>
            <ac:spMk id="36" creationId="{E2D3D3F2-ABBB-4453-B1C5-1BEBF7E4DD56}"/>
          </ac:spMkLst>
        </pc:spChg>
        <pc:spChg chg="add">
          <ac:chgData name="funsho igbasan" userId="d209f1c09cf77b73" providerId="LiveId" clId="{2D0DCEB4-97B8-45F2-857A-59AEFA6FBCDF}" dt="2026-10-03T16:41:52.975" v="196" actId="26606"/>
          <ac:spMkLst>
            <pc:docMk/>
            <pc:sldMk cId="0" sldId="271"/>
            <ac:spMk id="46" creationId="{B8114C98-A349-4111-A123-E8EAB86ABE30}"/>
          </ac:spMkLst>
        </pc:spChg>
        <pc:spChg chg="add mod">
          <ac:chgData name="funsho igbasan" userId="d209f1c09cf77b73" providerId="LiveId" clId="{2D0DCEB4-97B8-45F2-857A-59AEFA6FBCDF}" dt="2026-10-03T17:05:02.436" v="343" actId="20577"/>
          <ac:spMkLst>
            <pc:docMk/>
            <pc:sldMk cId="0" sldId="271"/>
            <ac:spMk id="51" creationId="{00000000-0000-0000-0000-000000000000}"/>
          </ac:spMkLst>
        </pc:spChg>
        <pc:grpChg chg="add">
          <ac:chgData name="funsho igbasan" userId="d209f1c09cf77b73" providerId="LiveId" clId="{2D0DCEB4-97B8-45F2-857A-59AEFA6FBCDF}" dt="2026-10-03T16:41:52.975" v="196" actId="26606"/>
          <ac:grpSpMkLst>
            <pc:docMk/>
            <pc:sldMk cId="0" sldId="271"/>
            <ac:grpSpMk id="48" creationId="{AF19A774-30A5-488B-9BAF-629C6440294E}"/>
          </ac:grpSpMkLst>
        </pc:grpChg>
        <pc:grpChg chg="add">
          <ac:chgData name="funsho igbasan" userId="d209f1c09cf77b73" providerId="LiveId" clId="{2D0DCEB4-97B8-45F2-857A-59AEFA6FBCDF}" dt="2026-10-03T16:41:52.975" v="196" actId="26606"/>
          <ac:grpSpMkLst>
            <pc:docMk/>
            <pc:sldMk cId="0" sldId="271"/>
            <ac:grpSpMk id="50" creationId="{8214E4A5-A0D2-42C4-8D14-D2A7E495F041}"/>
          </ac:grpSpMkLst>
        </pc:grpChg>
        <pc:picChg chg="add mod">
          <ac:chgData name="funsho igbasan" userId="d209f1c09cf77b73" providerId="LiveId" clId="{2D0DCEB4-97B8-45F2-857A-59AEFA6FBCDF}" dt="2026-10-03T16:41:52.975" v="196" actId="26606"/>
          <ac:picMkLst>
            <pc:docMk/>
            <pc:sldMk cId="0" sldId="271"/>
            <ac:picMk id="5" creationId="{2A53C0CF-7453-49E2-89F5-A9EB23F58191}"/>
          </ac:picMkLst>
        </pc:picChg>
      </pc:sldChg>
      <pc:sldChg chg="addSp delSp modSp mod">
        <pc:chgData name="funsho igbasan" userId="d209f1c09cf77b73" providerId="LiveId" clId="{2D0DCEB4-97B8-45F2-857A-59AEFA6FBCDF}" dt="2026-10-03T16:42:48.992" v="204" actId="1076"/>
        <pc:sldMkLst>
          <pc:docMk/>
          <pc:sldMk cId="0" sldId="273"/>
        </pc:sldMkLst>
        <pc:picChg chg="add mod">
          <ac:chgData name="funsho igbasan" userId="d209f1c09cf77b73" providerId="LiveId" clId="{2D0DCEB4-97B8-45F2-857A-59AEFA6FBCDF}" dt="2026-10-03T16:42:48.992" v="204" actId="1076"/>
          <ac:picMkLst>
            <pc:docMk/>
            <pc:sldMk cId="0" sldId="273"/>
            <ac:picMk id="5" creationId="{6CEFBA4C-3821-4D41-9856-02F85709DB13}"/>
          </ac:picMkLst>
        </pc:picChg>
      </pc:sldChg>
      <pc:sldChg chg="addSp delSp modSp mod">
        <pc:chgData name="funsho igbasan" userId="d209f1c09cf77b73" providerId="LiveId" clId="{2D0DCEB4-97B8-45F2-857A-59AEFA6FBCDF}" dt="2026-10-03T16:43:39.886" v="210" actId="14100"/>
        <pc:sldMkLst>
          <pc:docMk/>
          <pc:sldMk cId="0" sldId="275"/>
        </pc:sldMkLst>
        <pc:picChg chg="add mod">
          <ac:chgData name="funsho igbasan" userId="d209f1c09cf77b73" providerId="LiveId" clId="{2D0DCEB4-97B8-45F2-857A-59AEFA6FBCDF}" dt="2026-10-03T16:43:39.886" v="210" actId="14100"/>
          <ac:picMkLst>
            <pc:docMk/>
            <pc:sldMk cId="0" sldId="275"/>
            <ac:picMk id="5" creationId="{72E6C372-3996-4D51-A392-794428764776}"/>
          </ac:picMkLst>
        </pc:picChg>
      </pc:sldChg>
      <pc:sldChg chg="addSp delSp modSp mod">
        <pc:chgData name="funsho igbasan" userId="d209f1c09cf77b73" providerId="LiveId" clId="{2D0DCEB4-97B8-45F2-857A-59AEFA6FBCDF}" dt="2026-10-03T16:44:08.752" v="216" actId="14100"/>
        <pc:sldMkLst>
          <pc:docMk/>
          <pc:sldMk cId="0" sldId="276"/>
        </pc:sldMkLst>
        <pc:picChg chg="add mod">
          <ac:chgData name="funsho igbasan" userId="d209f1c09cf77b73" providerId="LiveId" clId="{2D0DCEB4-97B8-45F2-857A-59AEFA6FBCDF}" dt="2026-10-03T16:44:08.752" v="216" actId="14100"/>
          <ac:picMkLst>
            <pc:docMk/>
            <pc:sldMk cId="0" sldId="276"/>
            <ac:picMk id="5" creationId="{643C64A5-E291-4294-AEDE-ACD77D6E3E63}"/>
          </ac:picMkLst>
        </pc:picChg>
      </pc:sldChg>
      <pc:sldChg chg="delSp modSp add mod ord">
        <pc:chgData name="funsho igbasan" userId="d209f1c09cf77b73" providerId="LiveId" clId="{2D0DCEB4-97B8-45F2-857A-59AEFA6FBCDF}" dt="2026-10-03T16:28:59.469" v="33"/>
        <pc:sldMkLst>
          <pc:docMk/>
          <pc:sldMk cId="4132799750" sldId="279"/>
        </pc:sldMkLst>
      </pc:sldChg>
      <pc:sldChg chg="modSp add del mod ord">
        <pc:chgData name="funsho igbasan" userId="d209f1c09cf77b73" providerId="LiveId" clId="{2D0DCEB4-97B8-45F2-857A-59AEFA6FBCDF}" dt="2026-10-11T23:17:06.067" v="406" actId="47"/>
        <pc:sldMkLst>
          <pc:docMk/>
          <pc:sldMk cId="3480240891" sldId="280"/>
        </pc:sldMkLst>
        <pc:spChg chg="mod">
          <ac:chgData name="funsho igbasan" userId="d209f1c09cf77b73" providerId="LiveId" clId="{2D0DCEB4-97B8-45F2-857A-59AEFA6FBCDF}" dt="2026-10-11T22:56:24.877" v="388" actId="255"/>
          <ac:spMkLst>
            <pc:docMk/>
            <pc:sldMk cId="3480240891" sldId="280"/>
            <ac:spMk id="2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1E5B1D-9059-468D-8BD9-8799AEFA0A8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753D4E4E-1DC4-4D3D-94FA-14B40C99BEE1}">
      <dgm:prSet/>
      <dgm:spPr/>
      <dgm:t>
        <a:bodyPr/>
        <a:lstStyle/>
        <a:p>
          <a:r>
            <a:rPr lang="en-US" b="0"/>
            <a:t>Wazuh's File Integrity Monitoring captured the following hashes when the file was created:</a:t>
          </a:r>
          <a:endParaRPr lang="en-US"/>
        </a:p>
      </dgm:t>
    </dgm:pt>
    <dgm:pt modelId="{604599F3-4A33-4B90-BDCC-BECE9EC6B347}" type="parTrans" cxnId="{52E693C1-00D6-499E-AF28-26880509B341}">
      <dgm:prSet/>
      <dgm:spPr/>
      <dgm:t>
        <a:bodyPr/>
        <a:lstStyle/>
        <a:p>
          <a:endParaRPr lang="en-US"/>
        </a:p>
      </dgm:t>
    </dgm:pt>
    <dgm:pt modelId="{8936D6E2-4B37-4929-97B8-74FFACF4DE4C}" type="sibTrans" cxnId="{52E693C1-00D6-499E-AF28-26880509B341}">
      <dgm:prSet/>
      <dgm:spPr/>
      <dgm:t>
        <a:bodyPr/>
        <a:lstStyle/>
        <a:p>
          <a:endParaRPr lang="en-US"/>
        </a:p>
      </dgm:t>
    </dgm:pt>
    <dgm:pt modelId="{D4058EF0-34A2-4287-894A-FBD0648D1442}">
      <dgm:prSet/>
      <dgm:spPr/>
      <dgm:t>
        <a:bodyPr/>
        <a:lstStyle/>
        <a:p>
          <a:r>
            <a:rPr lang="en-US" b="1" dirty="0"/>
            <a:t>MD5: </a:t>
          </a:r>
          <a:r>
            <a:rPr lang="en-US" b="0" dirty="0"/>
            <a:t>44d88612fea8a8f36de82e1278abb02f</a:t>
          </a:r>
          <a:endParaRPr lang="en-US" dirty="0"/>
        </a:p>
      </dgm:t>
    </dgm:pt>
    <dgm:pt modelId="{1551835D-0CD4-427E-A1AA-054855C0636C}" type="parTrans" cxnId="{F82A251C-B0D3-46C7-BE82-ED2EA2CABE94}">
      <dgm:prSet/>
      <dgm:spPr/>
      <dgm:t>
        <a:bodyPr/>
        <a:lstStyle/>
        <a:p>
          <a:endParaRPr lang="en-US"/>
        </a:p>
      </dgm:t>
    </dgm:pt>
    <dgm:pt modelId="{C0830DFA-F2AE-4D05-AC4C-F43696068B56}" type="sibTrans" cxnId="{F82A251C-B0D3-46C7-BE82-ED2EA2CABE94}">
      <dgm:prSet/>
      <dgm:spPr/>
      <dgm:t>
        <a:bodyPr/>
        <a:lstStyle/>
        <a:p>
          <a:endParaRPr lang="en-US"/>
        </a:p>
      </dgm:t>
    </dgm:pt>
    <dgm:pt modelId="{E039ED89-720E-4314-9397-EB9548DC802B}">
      <dgm:prSet/>
      <dgm:spPr/>
      <dgm:t>
        <a:bodyPr/>
        <a:lstStyle/>
        <a:p>
          <a:r>
            <a:rPr lang="en-US" b="1" dirty="0"/>
            <a:t>SHA-1</a:t>
          </a:r>
          <a:r>
            <a:rPr lang="en-US" b="0" dirty="0"/>
            <a:t>: 3395856ce81f2b7382dee72602f798b642f14140</a:t>
          </a:r>
          <a:endParaRPr lang="en-US" dirty="0"/>
        </a:p>
      </dgm:t>
    </dgm:pt>
    <dgm:pt modelId="{6A85FA31-EE38-452E-8095-4B746C42AE27}" type="parTrans" cxnId="{49121C94-6FEB-4FA4-BB5B-03B5C1D0DA61}">
      <dgm:prSet/>
      <dgm:spPr/>
      <dgm:t>
        <a:bodyPr/>
        <a:lstStyle/>
        <a:p>
          <a:endParaRPr lang="en-US"/>
        </a:p>
      </dgm:t>
    </dgm:pt>
    <dgm:pt modelId="{1F764A2D-6D55-45B4-AE1B-64EBB9C7CE92}" type="sibTrans" cxnId="{49121C94-6FEB-4FA4-BB5B-03B5C1D0DA61}">
      <dgm:prSet/>
      <dgm:spPr/>
      <dgm:t>
        <a:bodyPr/>
        <a:lstStyle/>
        <a:p>
          <a:endParaRPr lang="en-US"/>
        </a:p>
      </dgm:t>
    </dgm:pt>
    <dgm:pt modelId="{8876C95C-0302-4196-96BE-B4BF74CD3499}">
      <dgm:prSet/>
      <dgm:spPr/>
      <dgm:t>
        <a:bodyPr/>
        <a:lstStyle/>
        <a:p>
          <a:r>
            <a:rPr lang="en-US" b="1" dirty="0"/>
            <a:t>SHA-256:</a:t>
          </a:r>
          <a:r>
            <a:rPr lang="en-US" b="0" dirty="0"/>
            <a:t> 275a021bbfb6489e54d471899f7db9d1663fc695ec2fe2a2c4538aabf651fd0f</a:t>
          </a:r>
          <a:endParaRPr lang="en-US" dirty="0"/>
        </a:p>
      </dgm:t>
    </dgm:pt>
    <dgm:pt modelId="{54887AD9-A1F4-4DAC-878E-8B10B0D40A25}" type="parTrans" cxnId="{51D730D3-4138-4742-827D-D1BD909A9BDC}">
      <dgm:prSet/>
      <dgm:spPr/>
      <dgm:t>
        <a:bodyPr/>
        <a:lstStyle/>
        <a:p>
          <a:endParaRPr lang="en-US"/>
        </a:p>
      </dgm:t>
    </dgm:pt>
    <dgm:pt modelId="{844A98AE-6D0C-4BD7-A6A3-7CC9D10E82AE}" type="sibTrans" cxnId="{51D730D3-4138-4742-827D-D1BD909A9BDC}">
      <dgm:prSet/>
      <dgm:spPr/>
      <dgm:t>
        <a:bodyPr/>
        <a:lstStyle/>
        <a:p>
          <a:endParaRPr lang="en-US"/>
        </a:p>
      </dgm:t>
    </dgm:pt>
    <dgm:pt modelId="{4CA11548-0117-4B8E-8BEC-D30BC71CD7D0}" type="pres">
      <dgm:prSet presAssocID="{F71E5B1D-9059-468D-8BD9-8799AEFA0A89}" presName="root" presStyleCnt="0">
        <dgm:presLayoutVars>
          <dgm:dir/>
          <dgm:resizeHandles val="exact"/>
        </dgm:presLayoutVars>
      </dgm:prSet>
      <dgm:spPr/>
    </dgm:pt>
    <dgm:pt modelId="{F1FBA292-C000-487B-A8C6-01124A157E17}" type="pres">
      <dgm:prSet presAssocID="{753D4E4E-1DC4-4D3D-94FA-14B40C99BEE1}" presName="compNode" presStyleCnt="0"/>
      <dgm:spPr/>
    </dgm:pt>
    <dgm:pt modelId="{FCA32ABD-3690-4DD5-A968-E610CF5BCC8B}" type="pres">
      <dgm:prSet presAssocID="{753D4E4E-1DC4-4D3D-94FA-14B40C99BEE1}" presName="bgRect" presStyleLbl="bgShp" presStyleIdx="0" presStyleCnt="4"/>
      <dgm:spPr/>
    </dgm:pt>
    <dgm:pt modelId="{BF983FCC-D679-4EE9-8AFC-2D3398139AAC}" type="pres">
      <dgm:prSet presAssocID="{753D4E4E-1DC4-4D3D-94FA-14B40C99BEE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D79366AF-8F9F-4FED-A458-6AF471D34118}" type="pres">
      <dgm:prSet presAssocID="{753D4E4E-1DC4-4D3D-94FA-14B40C99BEE1}" presName="spaceRect" presStyleCnt="0"/>
      <dgm:spPr/>
    </dgm:pt>
    <dgm:pt modelId="{88B0E357-3ABE-481C-9469-4D3E43103F3F}" type="pres">
      <dgm:prSet presAssocID="{753D4E4E-1DC4-4D3D-94FA-14B40C99BEE1}" presName="parTx" presStyleLbl="revTx" presStyleIdx="0" presStyleCnt="4">
        <dgm:presLayoutVars>
          <dgm:chMax val="0"/>
          <dgm:chPref val="0"/>
        </dgm:presLayoutVars>
      </dgm:prSet>
      <dgm:spPr/>
    </dgm:pt>
    <dgm:pt modelId="{6125B0CC-534A-4436-8B24-ACE4743CB46A}" type="pres">
      <dgm:prSet presAssocID="{8936D6E2-4B37-4929-97B8-74FFACF4DE4C}" presName="sibTrans" presStyleCnt="0"/>
      <dgm:spPr/>
    </dgm:pt>
    <dgm:pt modelId="{7D6CD2CB-F993-4A33-9F11-1CEF0A5239A8}" type="pres">
      <dgm:prSet presAssocID="{D4058EF0-34A2-4287-894A-FBD0648D1442}" presName="compNode" presStyleCnt="0"/>
      <dgm:spPr/>
    </dgm:pt>
    <dgm:pt modelId="{34BB383A-DE3A-4827-8755-3E7C00AEC0E3}" type="pres">
      <dgm:prSet presAssocID="{D4058EF0-34A2-4287-894A-FBD0648D1442}" presName="bgRect" presStyleLbl="bgShp" presStyleIdx="1" presStyleCnt="4"/>
      <dgm:spPr/>
    </dgm:pt>
    <dgm:pt modelId="{79846E6D-73AB-4DA0-8151-8373B4A57BF4}" type="pres">
      <dgm:prSet presAssocID="{D4058EF0-34A2-4287-894A-FBD0648D144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280C530E-3B23-42A3-B9C3-80AC4B8CCE24}" type="pres">
      <dgm:prSet presAssocID="{D4058EF0-34A2-4287-894A-FBD0648D1442}" presName="spaceRect" presStyleCnt="0"/>
      <dgm:spPr/>
    </dgm:pt>
    <dgm:pt modelId="{1F58963E-7F25-4367-96F4-232B1118D64C}" type="pres">
      <dgm:prSet presAssocID="{D4058EF0-34A2-4287-894A-FBD0648D1442}" presName="parTx" presStyleLbl="revTx" presStyleIdx="1" presStyleCnt="4">
        <dgm:presLayoutVars>
          <dgm:chMax val="0"/>
          <dgm:chPref val="0"/>
        </dgm:presLayoutVars>
      </dgm:prSet>
      <dgm:spPr/>
    </dgm:pt>
    <dgm:pt modelId="{1B01C0E6-E7CC-4BB1-9239-1597425A045F}" type="pres">
      <dgm:prSet presAssocID="{C0830DFA-F2AE-4D05-AC4C-F43696068B56}" presName="sibTrans" presStyleCnt="0"/>
      <dgm:spPr/>
    </dgm:pt>
    <dgm:pt modelId="{F9F080E8-779B-421B-BD42-2CD7DCA2AFB7}" type="pres">
      <dgm:prSet presAssocID="{E039ED89-720E-4314-9397-EB9548DC802B}" presName="compNode" presStyleCnt="0"/>
      <dgm:spPr/>
    </dgm:pt>
    <dgm:pt modelId="{59E0041D-CFC4-4771-A4E4-E6F522A36458}" type="pres">
      <dgm:prSet presAssocID="{E039ED89-720E-4314-9397-EB9548DC802B}" presName="bgRect" presStyleLbl="bgShp" presStyleIdx="2" presStyleCnt="4" custLinFactNeighborX="-1486" custLinFactNeighborY="1436"/>
      <dgm:spPr/>
    </dgm:pt>
    <dgm:pt modelId="{806F070F-3978-43A8-9AEF-FF2C86C208F5}" type="pres">
      <dgm:prSet presAssocID="{E039ED89-720E-4314-9397-EB9548DC802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CBDDBF6B-CC54-40B3-837D-31EDB42E01AB}" type="pres">
      <dgm:prSet presAssocID="{E039ED89-720E-4314-9397-EB9548DC802B}" presName="spaceRect" presStyleCnt="0"/>
      <dgm:spPr/>
    </dgm:pt>
    <dgm:pt modelId="{A0086C60-3827-430F-923A-673BEED8B4FF}" type="pres">
      <dgm:prSet presAssocID="{E039ED89-720E-4314-9397-EB9548DC802B}" presName="parTx" presStyleLbl="revTx" presStyleIdx="2" presStyleCnt="4">
        <dgm:presLayoutVars>
          <dgm:chMax val="0"/>
          <dgm:chPref val="0"/>
        </dgm:presLayoutVars>
      </dgm:prSet>
      <dgm:spPr/>
    </dgm:pt>
    <dgm:pt modelId="{6B46A8C2-2DF1-4EE0-94DE-2F22EE569D64}" type="pres">
      <dgm:prSet presAssocID="{1F764A2D-6D55-45B4-AE1B-64EBB9C7CE92}" presName="sibTrans" presStyleCnt="0"/>
      <dgm:spPr/>
    </dgm:pt>
    <dgm:pt modelId="{095D5FD9-7D21-4471-9CC6-9BD63D6D4A7E}" type="pres">
      <dgm:prSet presAssocID="{8876C95C-0302-4196-96BE-B4BF74CD3499}" presName="compNode" presStyleCnt="0"/>
      <dgm:spPr/>
    </dgm:pt>
    <dgm:pt modelId="{ED108368-9E4C-425C-8A1A-570249BF5F32}" type="pres">
      <dgm:prSet presAssocID="{8876C95C-0302-4196-96BE-B4BF74CD3499}" presName="bgRect" presStyleLbl="bgShp" presStyleIdx="3" presStyleCnt="4"/>
      <dgm:spPr/>
    </dgm:pt>
    <dgm:pt modelId="{AE003A62-6CF5-4172-BD71-3DFFB0549DF6}" type="pres">
      <dgm:prSet presAssocID="{8876C95C-0302-4196-96BE-B4BF74CD349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E3236EA3-C6F4-4731-B30C-5ACCCBC1F326}" type="pres">
      <dgm:prSet presAssocID="{8876C95C-0302-4196-96BE-B4BF74CD3499}" presName="spaceRect" presStyleCnt="0"/>
      <dgm:spPr/>
    </dgm:pt>
    <dgm:pt modelId="{2CC9629A-03AF-4F5E-A516-3302508900D3}" type="pres">
      <dgm:prSet presAssocID="{8876C95C-0302-4196-96BE-B4BF74CD349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7CB2015-188B-4D0A-95F7-C50802287A4E}" type="presOf" srcId="{F71E5B1D-9059-468D-8BD9-8799AEFA0A89}" destId="{4CA11548-0117-4B8E-8BEC-D30BC71CD7D0}" srcOrd="0" destOrd="0" presId="urn:microsoft.com/office/officeart/2018/2/layout/IconVerticalSolidList"/>
    <dgm:cxn modelId="{DFA6071A-AF30-4493-B86E-9C848382DF80}" type="presOf" srcId="{D4058EF0-34A2-4287-894A-FBD0648D1442}" destId="{1F58963E-7F25-4367-96F4-232B1118D64C}" srcOrd="0" destOrd="0" presId="urn:microsoft.com/office/officeart/2018/2/layout/IconVerticalSolidList"/>
    <dgm:cxn modelId="{F82A251C-B0D3-46C7-BE82-ED2EA2CABE94}" srcId="{F71E5B1D-9059-468D-8BD9-8799AEFA0A89}" destId="{D4058EF0-34A2-4287-894A-FBD0648D1442}" srcOrd="1" destOrd="0" parTransId="{1551835D-0CD4-427E-A1AA-054855C0636C}" sibTransId="{C0830DFA-F2AE-4D05-AC4C-F43696068B56}"/>
    <dgm:cxn modelId="{CB006C33-DA29-46CF-9131-DF7C28195911}" type="presOf" srcId="{8876C95C-0302-4196-96BE-B4BF74CD3499}" destId="{2CC9629A-03AF-4F5E-A516-3302508900D3}" srcOrd="0" destOrd="0" presId="urn:microsoft.com/office/officeart/2018/2/layout/IconVerticalSolidList"/>
    <dgm:cxn modelId="{81F35B72-4AE5-4FD5-A4B3-6699863493BD}" type="presOf" srcId="{753D4E4E-1DC4-4D3D-94FA-14B40C99BEE1}" destId="{88B0E357-3ABE-481C-9469-4D3E43103F3F}" srcOrd="0" destOrd="0" presId="urn:microsoft.com/office/officeart/2018/2/layout/IconVerticalSolidList"/>
    <dgm:cxn modelId="{49121C94-6FEB-4FA4-BB5B-03B5C1D0DA61}" srcId="{F71E5B1D-9059-468D-8BD9-8799AEFA0A89}" destId="{E039ED89-720E-4314-9397-EB9548DC802B}" srcOrd="2" destOrd="0" parTransId="{6A85FA31-EE38-452E-8095-4B746C42AE27}" sibTransId="{1F764A2D-6D55-45B4-AE1B-64EBB9C7CE92}"/>
    <dgm:cxn modelId="{52E693C1-00D6-499E-AF28-26880509B341}" srcId="{F71E5B1D-9059-468D-8BD9-8799AEFA0A89}" destId="{753D4E4E-1DC4-4D3D-94FA-14B40C99BEE1}" srcOrd="0" destOrd="0" parTransId="{604599F3-4A33-4B90-BDCC-BECE9EC6B347}" sibTransId="{8936D6E2-4B37-4929-97B8-74FFACF4DE4C}"/>
    <dgm:cxn modelId="{9D1840C2-9D30-4E59-AEF2-3F3D246A2215}" type="presOf" srcId="{E039ED89-720E-4314-9397-EB9548DC802B}" destId="{A0086C60-3827-430F-923A-673BEED8B4FF}" srcOrd="0" destOrd="0" presId="urn:microsoft.com/office/officeart/2018/2/layout/IconVerticalSolidList"/>
    <dgm:cxn modelId="{51D730D3-4138-4742-827D-D1BD909A9BDC}" srcId="{F71E5B1D-9059-468D-8BD9-8799AEFA0A89}" destId="{8876C95C-0302-4196-96BE-B4BF74CD3499}" srcOrd="3" destOrd="0" parTransId="{54887AD9-A1F4-4DAC-878E-8B10B0D40A25}" sibTransId="{844A98AE-6D0C-4BD7-A6A3-7CC9D10E82AE}"/>
    <dgm:cxn modelId="{A87BED11-F8CA-4737-893C-9C1A31326AF0}" type="presParOf" srcId="{4CA11548-0117-4B8E-8BEC-D30BC71CD7D0}" destId="{F1FBA292-C000-487B-A8C6-01124A157E17}" srcOrd="0" destOrd="0" presId="urn:microsoft.com/office/officeart/2018/2/layout/IconVerticalSolidList"/>
    <dgm:cxn modelId="{5F1EDED1-AD1B-4310-8522-424E4B2B58D4}" type="presParOf" srcId="{F1FBA292-C000-487B-A8C6-01124A157E17}" destId="{FCA32ABD-3690-4DD5-A968-E610CF5BCC8B}" srcOrd="0" destOrd="0" presId="urn:microsoft.com/office/officeart/2018/2/layout/IconVerticalSolidList"/>
    <dgm:cxn modelId="{0CDD3DB1-5A30-4215-B3F5-4002EEF2F5A2}" type="presParOf" srcId="{F1FBA292-C000-487B-A8C6-01124A157E17}" destId="{BF983FCC-D679-4EE9-8AFC-2D3398139AAC}" srcOrd="1" destOrd="0" presId="urn:microsoft.com/office/officeart/2018/2/layout/IconVerticalSolidList"/>
    <dgm:cxn modelId="{0E12B9B2-2A6C-4AAE-B92D-4D13B23C0F87}" type="presParOf" srcId="{F1FBA292-C000-487B-A8C6-01124A157E17}" destId="{D79366AF-8F9F-4FED-A458-6AF471D34118}" srcOrd="2" destOrd="0" presId="urn:microsoft.com/office/officeart/2018/2/layout/IconVerticalSolidList"/>
    <dgm:cxn modelId="{3B2166B2-BE4E-4ABA-8F5D-9B5AE9556E55}" type="presParOf" srcId="{F1FBA292-C000-487B-A8C6-01124A157E17}" destId="{88B0E357-3ABE-481C-9469-4D3E43103F3F}" srcOrd="3" destOrd="0" presId="urn:microsoft.com/office/officeart/2018/2/layout/IconVerticalSolidList"/>
    <dgm:cxn modelId="{159D12F1-CFA8-4FC7-9DD1-57A674D367EF}" type="presParOf" srcId="{4CA11548-0117-4B8E-8BEC-D30BC71CD7D0}" destId="{6125B0CC-534A-4436-8B24-ACE4743CB46A}" srcOrd="1" destOrd="0" presId="urn:microsoft.com/office/officeart/2018/2/layout/IconVerticalSolidList"/>
    <dgm:cxn modelId="{029F436B-C421-4BBC-921A-32F9FB8551C7}" type="presParOf" srcId="{4CA11548-0117-4B8E-8BEC-D30BC71CD7D0}" destId="{7D6CD2CB-F993-4A33-9F11-1CEF0A5239A8}" srcOrd="2" destOrd="0" presId="urn:microsoft.com/office/officeart/2018/2/layout/IconVerticalSolidList"/>
    <dgm:cxn modelId="{6126964B-FFFD-4D0D-A214-81849641CF72}" type="presParOf" srcId="{7D6CD2CB-F993-4A33-9F11-1CEF0A5239A8}" destId="{34BB383A-DE3A-4827-8755-3E7C00AEC0E3}" srcOrd="0" destOrd="0" presId="urn:microsoft.com/office/officeart/2018/2/layout/IconVerticalSolidList"/>
    <dgm:cxn modelId="{FEEB0BB8-4DF1-425F-AEF2-F36DF177B16B}" type="presParOf" srcId="{7D6CD2CB-F993-4A33-9F11-1CEF0A5239A8}" destId="{79846E6D-73AB-4DA0-8151-8373B4A57BF4}" srcOrd="1" destOrd="0" presId="urn:microsoft.com/office/officeart/2018/2/layout/IconVerticalSolidList"/>
    <dgm:cxn modelId="{75E55A27-1C11-4873-8D8E-869D859CC38F}" type="presParOf" srcId="{7D6CD2CB-F993-4A33-9F11-1CEF0A5239A8}" destId="{280C530E-3B23-42A3-B9C3-80AC4B8CCE24}" srcOrd="2" destOrd="0" presId="urn:microsoft.com/office/officeart/2018/2/layout/IconVerticalSolidList"/>
    <dgm:cxn modelId="{B59D3D02-758F-4453-B538-35B2E0FEF45B}" type="presParOf" srcId="{7D6CD2CB-F993-4A33-9F11-1CEF0A5239A8}" destId="{1F58963E-7F25-4367-96F4-232B1118D64C}" srcOrd="3" destOrd="0" presId="urn:microsoft.com/office/officeart/2018/2/layout/IconVerticalSolidList"/>
    <dgm:cxn modelId="{21767267-4756-4358-8B1A-0DACB9F5181F}" type="presParOf" srcId="{4CA11548-0117-4B8E-8BEC-D30BC71CD7D0}" destId="{1B01C0E6-E7CC-4BB1-9239-1597425A045F}" srcOrd="3" destOrd="0" presId="urn:microsoft.com/office/officeart/2018/2/layout/IconVerticalSolidList"/>
    <dgm:cxn modelId="{8C061B2D-7BB3-4F34-9A1A-DAEA7EE58EA8}" type="presParOf" srcId="{4CA11548-0117-4B8E-8BEC-D30BC71CD7D0}" destId="{F9F080E8-779B-421B-BD42-2CD7DCA2AFB7}" srcOrd="4" destOrd="0" presId="urn:microsoft.com/office/officeart/2018/2/layout/IconVerticalSolidList"/>
    <dgm:cxn modelId="{8019A93B-D548-42B8-A047-89A101D66BC2}" type="presParOf" srcId="{F9F080E8-779B-421B-BD42-2CD7DCA2AFB7}" destId="{59E0041D-CFC4-4771-A4E4-E6F522A36458}" srcOrd="0" destOrd="0" presId="urn:microsoft.com/office/officeart/2018/2/layout/IconVerticalSolidList"/>
    <dgm:cxn modelId="{C31BD7F0-63AB-4614-96BF-8D6B028F1254}" type="presParOf" srcId="{F9F080E8-779B-421B-BD42-2CD7DCA2AFB7}" destId="{806F070F-3978-43A8-9AEF-FF2C86C208F5}" srcOrd="1" destOrd="0" presId="urn:microsoft.com/office/officeart/2018/2/layout/IconVerticalSolidList"/>
    <dgm:cxn modelId="{A6EBA44D-F066-4760-B649-335A570653A9}" type="presParOf" srcId="{F9F080E8-779B-421B-BD42-2CD7DCA2AFB7}" destId="{CBDDBF6B-CC54-40B3-837D-31EDB42E01AB}" srcOrd="2" destOrd="0" presId="urn:microsoft.com/office/officeart/2018/2/layout/IconVerticalSolidList"/>
    <dgm:cxn modelId="{E17EDF33-8134-4890-BF1A-296A9834BC4B}" type="presParOf" srcId="{F9F080E8-779B-421B-BD42-2CD7DCA2AFB7}" destId="{A0086C60-3827-430F-923A-673BEED8B4FF}" srcOrd="3" destOrd="0" presId="urn:microsoft.com/office/officeart/2018/2/layout/IconVerticalSolidList"/>
    <dgm:cxn modelId="{217104A6-BB84-4291-A29C-12ACC8943E08}" type="presParOf" srcId="{4CA11548-0117-4B8E-8BEC-D30BC71CD7D0}" destId="{6B46A8C2-2DF1-4EE0-94DE-2F22EE569D64}" srcOrd="5" destOrd="0" presId="urn:microsoft.com/office/officeart/2018/2/layout/IconVerticalSolidList"/>
    <dgm:cxn modelId="{926EE3BB-4D5F-4BD5-85AE-50DCCC446859}" type="presParOf" srcId="{4CA11548-0117-4B8E-8BEC-D30BC71CD7D0}" destId="{095D5FD9-7D21-4471-9CC6-9BD63D6D4A7E}" srcOrd="6" destOrd="0" presId="urn:microsoft.com/office/officeart/2018/2/layout/IconVerticalSolidList"/>
    <dgm:cxn modelId="{FB146E5A-008C-4A85-9C4A-C5D8EFF0511C}" type="presParOf" srcId="{095D5FD9-7D21-4471-9CC6-9BD63D6D4A7E}" destId="{ED108368-9E4C-425C-8A1A-570249BF5F32}" srcOrd="0" destOrd="0" presId="urn:microsoft.com/office/officeart/2018/2/layout/IconVerticalSolidList"/>
    <dgm:cxn modelId="{86A01B76-4662-49F5-B112-05031470E1FC}" type="presParOf" srcId="{095D5FD9-7D21-4471-9CC6-9BD63D6D4A7E}" destId="{AE003A62-6CF5-4172-BD71-3DFFB0549DF6}" srcOrd="1" destOrd="0" presId="urn:microsoft.com/office/officeart/2018/2/layout/IconVerticalSolidList"/>
    <dgm:cxn modelId="{1C0C6B7A-7AD0-442B-9B29-4DE6E86F6DA0}" type="presParOf" srcId="{095D5FD9-7D21-4471-9CC6-9BD63D6D4A7E}" destId="{E3236EA3-C6F4-4731-B30C-5ACCCBC1F326}" srcOrd="2" destOrd="0" presId="urn:microsoft.com/office/officeart/2018/2/layout/IconVerticalSolidList"/>
    <dgm:cxn modelId="{32F39D20-2A9D-4114-BB7F-771D79DC7CCF}" type="presParOf" srcId="{095D5FD9-7D21-4471-9CC6-9BD63D6D4A7E}" destId="{2CC9629A-03AF-4F5E-A516-3302508900D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1E5B1D-9059-468D-8BD9-8799AEFA0A8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CA11548-0117-4B8E-8BEC-D30BC71CD7D0}" type="pres">
      <dgm:prSet presAssocID="{F71E5B1D-9059-468D-8BD9-8799AEFA0A89}" presName="root" presStyleCnt="0">
        <dgm:presLayoutVars>
          <dgm:dir/>
          <dgm:resizeHandles val="exact"/>
        </dgm:presLayoutVars>
      </dgm:prSet>
      <dgm:spPr/>
    </dgm:pt>
  </dgm:ptLst>
  <dgm:cxnLst>
    <dgm:cxn modelId="{C7CB2015-188B-4D0A-95F7-C50802287A4E}" type="presOf" srcId="{F71E5B1D-9059-468D-8BD9-8799AEFA0A89}" destId="{4CA11548-0117-4B8E-8BEC-D30BC71CD7D0}" srcOrd="0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BB51A8D-FC80-445D-98A6-004E5078B87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15F75FF-C410-4C79-A435-7213A84B2F31}">
      <dgm:prSet/>
      <dgm:spPr/>
      <dgm:t>
        <a:bodyPr/>
        <a:lstStyle/>
        <a:p>
          <a:r>
            <a:rPr lang="en-US" b="0"/>
            <a:t>Wazuh</a:t>
          </a:r>
          <a:r>
            <a:rPr lang="en-US" b="0" dirty="0"/>
            <a:t> Rule ID: 100201</a:t>
          </a:r>
          <a:endParaRPr lang="en-US" dirty="0"/>
        </a:p>
      </dgm:t>
    </dgm:pt>
    <dgm:pt modelId="{38C5AB1C-C4B7-42BA-A841-0BF5A0F3C2F5}" type="parTrans" cxnId="{0AC15759-F84D-47BD-B0AA-6BBD7F6E7179}">
      <dgm:prSet/>
      <dgm:spPr/>
      <dgm:t>
        <a:bodyPr/>
        <a:lstStyle/>
        <a:p>
          <a:endParaRPr lang="en-US"/>
        </a:p>
      </dgm:t>
    </dgm:pt>
    <dgm:pt modelId="{FB8FF85F-4D60-4E0D-9D80-87793B71F3EE}" type="sibTrans" cxnId="{0AC15759-F84D-47BD-B0AA-6BBD7F6E7179}">
      <dgm:prSet/>
      <dgm:spPr/>
      <dgm:t>
        <a:bodyPr/>
        <a:lstStyle/>
        <a:p>
          <a:endParaRPr lang="en-US"/>
        </a:p>
      </dgm:t>
    </dgm:pt>
    <dgm:pt modelId="{2062B131-C23F-48F8-B3C4-AD5B3920409B}">
      <dgm:prSet/>
      <dgm:spPr/>
      <dgm:t>
        <a:bodyPr/>
        <a:lstStyle/>
        <a:p>
          <a:r>
            <a:rPr lang="en-US" b="0"/>
            <a:t>Rule Level: 7</a:t>
          </a:r>
          <a:endParaRPr lang="en-US"/>
        </a:p>
      </dgm:t>
    </dgm:pt>
    <dgm:pt modelId="{31948610-A69C-42E1-A5C8-DF193F95B024}" type="parTrans" cxnId="{6AD400D8-BE4B-4B65-AB9B-551116D7FDAF}">
      <dgm:prSet/>
      <dgm:spPr/>
      <dgm:t>
        <a:bodyPr/>
        <a:lstStyle/>
        <a:p>
          <a:endParaRPr lang="en-US"/>
        </a:p>
      </dgm:t>
    </dgm:pt>
    <dgm:pt modelId="{2E935D62-35BB-4FF8-B416-CA794C381EB4}" type="sibTrans" cxnId="{6AD400D8-BE4B-4B65-AB9B-551116D7FDAF}">
      <dgm:prSet/>
      <dgm:spPr/>
      <dgm:t>
        <a:bodyPr/>
        <a:lstStyle/>
        <a:p>
          <a:endParaRPr lang="en-US"/>
        </a:p>
      </dgm:t>
    </dgm:pt>
    <dgm:pt modelId="{930E6D8F-CCDA-456D-ADEE-EAC770E14E42}">
      <dgm:prSet/>
      <dgm:spPr/>
      <dgm:t>
        <a:bodyPr/>
        <a:lstStyle/>
        <a:p>
          <a:r>
            <a:rPr lang="en-US" b="0"/>
            <a:t>Rule Description: File added to /root directory</a:t>
          </a:r>
          <a:endParaRPr lang="en-US"/>
        </a:p>
      </dgm:t>
    </dgm:pt>
    <dgm:pt modelId="{B6A6D9D3-4124-4D31-B82E-E9B1BF496215}" type="parTrans" cxnId="{6E924A55-06D5-4A32-8B59-B09EC50DD18E}">
      <dgm:prSet/>
      <dgm:spPr/>
      <dgm:t>
        <a:bodyPr/>
        <a:lstStyle/>
        <a:p>
          <a:endParaRPr lang="en-US"/>
        </a:p>
      </dgm:t>
    </dgm:pt>
    <dgm:pt modelId="{B27C9920-E9F0-4BB4-90F7-5F936852DEE3}" type="sibTrans" cxnId="{6E924A55-06D5-4A32-8B59-B09EC50DD18E}">
      <dgm:prSet/>
      <dgm:spPr/>
      <dgm:t>
        <a:bodyPr/>
        <a:lstStyle/>
        <a:p>
          <a:endParaRPr lang="en-US"/>
        </a:p>
      </dgm:t>
    </dgm:pt>
    <dgm:pt modelId="{03ECF0FD-B585-4506-B929-547E26FFA2D7}">
      <dgm:prSet/>
      <dgm:spPr/>
      <dgm:t>
        <a:bodyPr/>
        <a:lstStyle/>
        <a:p>
          <a:r>
            <a:rPr lang="en-US" b="0"/>
            <a:t>FIM Event: added</a:t>
          </a:r>
          <a:endParaRPr lang="en-US"/>
        </a:p>
      </dgm:t>
    </dgm:pt>
    <dgm:pt modelId="{20FC4550-48B3-43EB-B410-968288326DBE}" type="parTrans" cxnId="{21570CD7-EBAF-4288-A809-6B42B3E76AED}">
      <dgm:prSet/>
      <dgm:spPr/>
      <dgm:t>
        <a:bodyPr/>
        <a:lstStyle/>
        <a:p>
          <a:endParaRPr lang="en-US"/>
        </a:p>
      </dgm:t>
    </dgm:pt>
    <dgm:pt modelId="{8B59A497-06ED-49AE-82B6-6C0FE10242C1}" type="sibTrans" cxnId="{21570CD7-EBAF-4288-A809-6B42B3E76AED}">
      <dgm:prSet/>
      <dgm:spPr/>
      <dgm:t>
        <a:bodyPr/>
        <a:lstStyle/>
        <a:p>
          <a:endParaRPr lang="en-US"/>
        </a:p>
      </dgm:t>
    </dgm:pt>
    <dgm:pt modelId="{45393D06-6599-4CD3-A77D-78D79B8DE7DE}">
      <dgm:prSet/>
      <dgm:spPr/>
      <dgm:t>
        <a:bodyPr/>
        <a:lstStyle/>
        <a:p>
          <a:r>
            <a:rPr lang="en-US" b="0"/>
            <a:t>Detection Mode: realtime</a:t>
          </a:r>
          <a:endParaRPr lang="en-US"/>
        </a:p>
      </dgm:t>
    </dgm:pt>
    <dgm:pt modelId="{41D28899-DAED-424D-A05B-59E45AF71A13}" type="parTrans" cxnId="{850196EF-2DAF-40D5-9244-32290516564C}">
      <dgm:prSet/>
      <dgm:spPr/>
      <dgm:t>
        <a:bodyPr/>
        <a:lstStyle/>
        <a:p>
          <a:endParaRPr lang="en-US"/>
        </a:p>
      </dgm:t>
    </dgm:pt>
    <dgm:pt modelId="{AB453404-1277-437C-A34F-EA4A3FAFD5E0}" type="sibTrans" cxnId="{850196EF-2DAF-40D5-9244-32290516564C}">
      <dgm:prSet/>
      <dgm:spPr/>
      <dgm:t>
        <a:bodyPr/>
        <a:lstStyle/>
        <a:p>
          <a:endParaRPr lang="en-US"/>
        </a:p>
      </dgm:t>
    </dgm:pt>
    <dgm:pt modelId="{DE02A5FB-E7C2-4063-BF54-2BF838516D73}">
      <dgm:prSet/>
      <dgm:spPr/>
      <dgm:t>
        <a:bodyPr/>
        <a:lstStyle/>
        <a:p>
          <a:r>
            <a:rPr lang="en-US" b="0"/>
            <a:t>The Wazuh event confirmed: File '/root/eicar.com' added</a:t>
          </a:r>
          <a:endParaRPr lang="en-US"/>
        </a:p>
      </dgm:t>
    </dgm:pt>
    <dgm:pt modelId="{08867EE1-79B6-49A6-89E6-EA4CA87BA43C}" type="parTrans" cxnId="{2E7C1CC9-A950-4720-BD69-146A69F29ED7}">
      <dgm:prSet/>
      <dgm:spPr/>
      <dgm:t>
        <a:bodyPr/>
        <a:lstStyle/>
        <a:p>
          <a:endParaRPr lang="en-US"/>
        </a:p>
      </dgm:t>
    </dgm:pt>
    <dgm:pt modelId="{AF447F47-4DE9-47F7-83E4-2733D2476D01}" type="sibTrans" cxnId="{2E7C1CC9-A950-4720-BD69-146A69F29ED7}">
      <dgm:prSet/>
      <dgm:spPr/>
      <dgm:t>
        <a:bodyPr/>
        <a:lstStyle/>
        <a:p>
          <a:endParaRPr lang="en-US"/>
        </a:p>
      </dgm:t>
    </dgm:pt>
    <dgm:pt modelId="{B93838A2-4F22-4440-B913-CEE6907E0B2C}" type="pres">
      <dgm:prSet presAssocID="{EBB51A8D-FC80-445D-98A6-004E5078B877}" presName="vert0" presStyleCnt="0">
        <dgm:presLayoutVars>
          <dgm:dir/>
          <dgm:animOne val="branch"/>
          <dgm:animLvl val="lvl"/>
        </dgm:presLayoutVars>
      </dgm:prSet>
      <dgm:spPr/>
    </dgm:pt>
    <dgm:pt modelId="{897449CA-E1FB-425A-9BFA-E4ABD6904E95}" type="pres">
      <dgm:prSet presAssocID="{E15F75FF-C410-4C79-A435-7213A84B2F31}" presName="thickLine" presStyleLbl="alignNode1" presStyleIdx="0" presStyleCnt="6"/>
      <dgm:spPr/>
    </dgm:pt>
    <dgm:pt modelId="{25EAE1FF-3B41-43DD-875E-4ABF2D707E47}" type="pres">
      <dgm:prSet presAssocID="{E15F75FF-C410-4C79-A435-7213A84B2F31}" presName="horz1" presStyleCnt="0"/>
      <dgm:spPr/>
    </dgm:pt>
    <dgm:pt modelId="{E3DAACF8-BDC9-4A82-BFF4-373509EB935D}" type="pres">
      <dgm:prSet presAssocID="{E15F75FF-C410-4C79-A435-7213A84B2F31}" presName="tx1" presStyleLbl="revTx" presStyleIdx="0" presStyleCnt="6"/>
      <dgm:spPr/>
    </dgm:pt>
    <dgm:pt modelId="{A829D335-334D-4EC2-B3E7-4EC3E90CC21D}" type="pres">
      <dgm:prSet presAssocID="{E15F75FF-C410-4C79-A435-7213A84B2F31}" presName="vert1" presStyleCnt="0"/>
      <dgm:spPr/>
    </dgm:pt>
    <dgm:pt modelId="{71AB9E0E-29F4-4BDC-A5E3-CA6E6D5E4C6B}" type="pres">
      <dgm:prSet presAssocID="{2062B131-C23F-48F8-B3C4-AD5B3920409B}" presName="thickLine" presStyleLbl="alignNode1" presStyleIdx="1" presStyleCnt="6"/>
      <dgm:spPr/>
    </dgm:pt>
    <dgm:pt modelId="{FE9AF7DB-C57E-4D23-8903-4EAC7BEDCCDA}" type="pres">
      <dgm:prSet presAssocID="{2062B131-C23F-48F8-B3C4-AD5B3920409B}" presName="horz1" presStyleCnt="0"/>
      <dgm:spPr/>
    </dgm:pt>
    <dgm:pt modelId="{E5FA0067-9AEE-4F69-B77D-3A1A043027D4}" type="pres">
      <dgm:prSet presAssocID="{2062B131-C23F-48F8-B3C4-AD5B3920409B}" presName="tx1" presStyleLbl="revTx" presStyleIdx="1" presStyleCnt="6"/>
      <dgm:spPr/>
    </dgm:pt>
    <dgm:pt modelId="{3F4CC017-21E3-4493-A20A-AE9F5CE25C89}" type="pres">
      <dgm:prSet presAssocID="{2062B131-C23F-48F8-B3C4-AD5B3920409B}" presName="vert1" presStyleCnt="0"/>
      <dgm:spPr/>
    </dgm:pt>
    <dgm:pt modelId="{0F9E5C7A-336D-4B5F-B50A-91BF5E5C9F8C}" type="pres">
      <dgm:prSet presAssocID="{930E6D8F-CCDA-456D-ADEE-EAC770E14E42}" presName="thickLine" presStyleLbl="alignNode1" presStyleIdx="2" presStyleCnt="6"/>
      <dgm:spPr/>
    </dgm:pt>
    <dgm:pt modelId="{F870646F-51A6-43B5-820B-853D6D9AB559}" type="pres">
      <dgm:prSet presAssocID="{930E6D8F-CCDA-456D-ADEE-EAC770E14E42}" presName="horz1" presStyleCnt="0"/>
      <dgm:spPr/>
    </dgm:pt>
    <dgm:pt modelId="{45C0B9C1-3CF5-4FBD-8604-E4D3CD704229}" type="pres">
      <dgm:prSet presAssocID="{930E6D8F-CCDA-456D-ADEE-EAC770E14E42}" presName="tx1" presStyleLbl="revTx" presStyleIdx="2" presStyleCnt="6"/>
      <dgm:spPr/>
    </dgm:pt>
    <dgm:pt modelId="{2505EB02-3056-4A06-8892-8FE81CC431DC}" type="pres">
      <dgm:prSet presAssocID="{930E6D8F-CCDA-456D-ADEE-EAC770E14E42}" presName="vert1" presStyleCnt="0"/>
      <dgm:spPr/>
    </dgm:pt>
    <dgm:pt modelId="{ACA4BA53-7848-4747-97C8-3EE505A7AA46}" type="pres">
      <dgm:prSet presAssocID="{03ECF0FD-B585-4506-B929-547E26FFA2D7}" presName="thickLine" presStyleLbl="alignNode1" presStyleIdx="3" presStyleCnt="6"/>
      <dgm:spPr/>
    </dgm:pt>
    <dgm:pt modelId="{08CE1512-C7CD-45B5-A53E-06BBA469B5D4}" type="pres">
      <dgm:prSet presAssocID="{03ECF0FD-B585-4506-B929-547E26FFA2D7}" presName="horz1" presStyleCnt="0"/>
      <dgm:spPr/>
    </dgm:pt>
    <dgm:pt modelId="{5BF6F1EB-8BFE-4673-A359-10ECA9B60CE9}" type="pres">
      <dgm:prSet presAssocID="{03ECF0FD-B585-4506-B929-547E26FFA2D7}" presName="tx1" presStyleLbl="revTx" presStyleIdx="3" presStyleCnt="6"/>
      <dgm:spPr/>
    </dgm:pt>
    <dgm:pt modelId="{69DBF7A5-0F7A-4F10-A6F1-F63491D986B5}" type="pres">
      <dgm:prSet presAssocID="{03ECF0FD-B585-4506-B929-547E26FFA2D7}" presName="vert1" presStyleCnt="0"/>
      <dgm:spPr/>
    </dgm:pt>
    <dgm:pt modelId="{06BB46FE-509D-43C1-8AC4-68E7FFE79879}" type="pres">
      <dgm:prSet presAssocID="{45393D06-6599-4CD3-A77D-78D79B8DE7DE}" presName="thickLine" presStyleLbl="alignNode1" presStyleIdx="4" presStyleCnt="6"/>
      <dgm:spPr/>
    </dgm:pt>
    <dgm:pt modelId="{FE59AF68-C6F0-413E-A6F3-84E0C766B756}" type="pres">
      <dgm:prSet presAssocID="{45393D06-6599-4CD3-A77D-78D79B8DE7DE}" presName="horz1" presStyleCnt="0"/>
      <dgm:spPr/>
    </dgm:pt>
    <dgm:pt modelId="{64B9AF47-837D-4325-810A-EF32814DE3A6}" type="pres">
      <dgm:prSet presAssocID="{45393D06-6599-4CD3-A77D-78D79B8DE7DE}" presName="tx1" presStyleLbl="revTx" presStyleIdx="4" presStyleCnt="6"/>
      <dgm:spPr/>
    </dgm:pt>
    <dgm:pt modelId="{78E9C072-CD9E-43F3-8443-921B3DC6D683}" type="pres">
      <dgm:prSet presAssocID="{45393D06-6599-4CD3-A77D-78D79B8DE7DE}" presName="vert1" presStyleCnt="0"/>
      <dgm:spPr/>
    </dgm:pt>
    <dgm:pt modelId="{8AE21C4A-FD94-4125-A4AE-3E5FC55DF3B6}" type="pres">
      <dgm:prSet presAssocID="{DE02A5FB-E7C2-4063-BF54-2BF838516D73}" presName="thickLine" presStyleLbl="alignNode1" presStyleIdx="5" presStyleCnt="6"/>
      <dgm:spPr/>
    </dgm:pt>
    <dgm:pt modelId="{AEADBB5F-3C3F-4B17-B823-304F6ACD81BF}" type="pres">
      <dgm:prSet presAssocID="{DE02A5FB-E7C2-4063-BF54-2BF838516D73}" presName="horz1" presStyleCnt="0"/>
      <dgm:spPr/>
    </dgm:pt>
    <dgm:pt modelId="{B8BB1FFC-5B15-4653-AEE3-0A28C046BDEE}" type="pres">
      <dgm:prSet presAssocID="{DE02A5FB-E7C2-4063-BF54-2BF838516D73}" presName="tx1" presStyleLbl="revTx" presStyleIdx="5" presStyleCnt="6"/>
      <dgm:spPr/>
    </dgm:pt>
    <dgm:pt modelId="{1E0CCC45-C3F3-4734-976D-5DDD3993AEAC}" type="pres">
      <dgm:prSet presAssocID="{DE02A5FB-E7C2-4063-BF54-2BF838516D73}" presName="vert1" presStyleCnt="0"/>
      <dgm:spPr/>
    </dgm:pt>
  </dgm:ptLst>
  <dgm:cxnLst>
    <dgm:cxn modelId="{86DF7849-C971-42DB-AED1-FAA570BE9B3D}" type="presOf" srcId="{EBB51A8D-FC80-445D-98A6-004E5078B877}" destId="{B93838A2-4F22-4440-B913-CEE6907E0B2C}" srcOrd="0" destOrd="0" presId="urn:microsoft.com/office/officeart/2008/layout/LinedList"/>
    <dgm:cxn modelId="{6E924A55-06D5-4A32-8B59-B09EC50DD18E}" srcId="{EBB51A8D-FC80-445D-98A6-004E5078B877}" destId="{930E6D8F-CCDA-456D-ADEE-EAC770E14E42}" srcOrd="2" destOrd="0" parTransId="{B6A6D9D3-4124-4D31-B82E-E9B1BF496215}" sibTransId="{B27C9920-E9F0-4BB4-90F7-5F936852DEE3}"/>
    <dgm:cxn modelId="{0AC15759-F84D-47BD-B0AA-6BBD7F6E7179}" srcId="{EBB51A8D-FC80-445D-98A6-004E5078B877}" destId="{E15F75FF-C410-4C79-A435-7213A84B2F31}" srcOrd="0" destOrd="0" parTransId="{38C5AB1C-C4B7-42BA-A841-0BF5A0F3C2F5}" sibTransId="{FB8FF85F-4D60-4E0D-9D80-87793B71F3EE}"/>
    <dgm:cxn modelId="{0E8A7383-BCCB-4976-B1B0-410F1211BE68}" type="presOf" srcId="{DE02A5FB-E7C2-4063-BF54-2BF838516D73}" destId="{B8BB1FFC-5B15-4653-AEE3-0A28C046BDEE}" srcOrd="0" destOrd="0" presId="urn:microsoft.com/office/officeart/2008/layout/LinedList"/>
    <dgm:cxn modelId="{767E1D9B-9FF8-4F60-BD91-BD578ECE84B2}" type="presOf" srcId="{03ECF0FD-B585-4506-B929-547E26FFA2D7}" destId="{5BF6F1EB-8BFE-4673-A359-10ECA9B60CE9}" srcOrd="0" destOrd="0" presId="urn:microsoft.com/office/officeart/2008/layout/LinedList"/>
    <dgm:cxn modelId="{E78991A9-48F4-4CA6-AEDC-D9D3E536AA91}" type="presOf" srcId="{930E6D8F-CCDA-456D-ADEE-EAC770E14E42}" destId="{45C0B9C1-3CF5-4FBD-8604-E4D3CD704229}" srcOrd="0" destOrd="0" presId="urn:microsoft.com/office/officeart/2008/layout/LinedList"/>
    <dgm:cxn modelId="{82FBFCAF-12C5-49EA-BFDD-42446451CDE5}" type="presOf" srcId="{2062B131-C23F-48F8-B3C4-AD5B3920409B}" destId="{E5FA0067-9AEE-4F69-B77D-3A1A043027D4}" srcOrd="0" destOrd="0" presId="urn:microsoft.com/office/officeart/2008/layout/LinedList"/>
    <dgm:cxn modelId="{9537B1C8-16CB-44C0-8C31-7AE20BCBEEF7}" type="presOf" srcId="{E15F75FF-C410-4C79-A435-7213A84B2F31}" destId="{E3DAACF8-BDC9-4A82-BFF4-373509EB935D}" srcOrd="0" destOrd="0" presId="urn:microsoft.com/office/officeart/2008/layout/LinedList"/>
    <dgm:cxn modelId="{2E7C1CC9-A950-4720-BD69-146A69F29ED7}" srcId="{EBB51A8D-FC80-445D-98A6-004E5078B877}" destId="{DE02A5FB-E7C2-4063-BF54-2BF838516D73}" srcOrd="5" destOrd="0" parTransId="{08867EE1-79B6-49A6-89E6-EA4CA87BA43C}" sibTransId="{AF447F47-4DE9-47F7-83E4-2733D2476D01}"/>
    <dgm:cxn modelId="{B78C2CCA-4861-4365-AB78-C851108345DF}" type="presOf" srcId="{45393D06-6599-4CD3-A77D-78D79B8DE7DE}" destId="{64B9AF47-837D-4325-810A-EF32814DE3A6}" srcOrd="0" destOrd="0" presId="urn:microsoft.com/office/officeart/2008/layout/LinedList"/>
    <dgm:cxn modelId="{21570CD7-EBAF-4288-A809-6B42B3E76AED}" srcId="{EBB51A8D-FC80-445D-98A6-004E5078B877}" destId="{03ECF0FD-B585-4506-B929-547E26FFA2D7}" srcOrd="3" destOrd="0" parTransId="{20FC4550-48B3-43EB-B410-968288326DBE}" sibTransId="{8B59A497-06ED-49AE-82B6-6C0FE10242C1}"/>
    <dgm:cxn modelId="{6AD400D8-BE4B-4B65-AB9B-551116D7FDAF}" srcId="{EBB51A8D-FC80-445D-98A6-004E5078B877}" destId="{2062B131-C23F-48F8-B3C4-AD5B3920409B}" srcOrd="1" destOrd="0" parTransId="{31948610-A69C-42E1-A5C8-DF193F95B024}" sibTransId="{2E935D62-35BB-4FF8-B416-CA794C381EB4}"/>
    <dgm:cxn modelId="{850196EF-2DAF-40D5-9244-32290516564C}" srcId="{EBB51A8D-FC80-445D-98A6-004E5078B877}" destId="{45393D06-6599-4CD3-A77D-78D79B8DE7DE}" srcOrd="4" destOrd="0" parTransId="{41D28899-DAED-424D-A05B-59E45AF71A13}" sibTransId="{AB453404-1277-437C-A34F-EA4A3FAFD5E0}"/>
    <dgm:cxn modelId="{A3BC3BC5-166C-4C28-9427-CEBBEDF29EE8}" type="presParOf" srcId="{B93838A2-4F22-4440-B913-CEE6907E0B2C}" destId="{897449CA-E1FB-425A-9BFA-E4ABD6904E95}" srcOrd="0" destOrd="0" presId="urn:microsoft.com/office/officeart/2008/layout/LinedList"/>
    <dgm:cxn modelId="{A7ECD002-8A33-457C-B170-0B367FB82588}" type="presParOf" srcId="{B93838A2-4F22-4440-B913-CEE6907E0B2C}" destId="{25EAE1FF-3B41-43DD-875E-4ABF2D707E47}" srcOrd="1" destOrd="0" presId="urn:microsoft.com/office/officeart/2008/layout/LinedList"/>
    <dgm:cxn modelId="{5CAE7A6D-9004-4116-B05C-51C87EB34292}" type="presParOf" srcId="{25EAE1FF-3B41-43DD-875E-4ABF2D707E47}" destId="{E3DAACF8-BDC9-4A82-BFF4-373509EB935D}" srcOrd="0" destOrd="0" presId="urn:microsoft.com/office/officeart/2008/layout/LinedList"/>
    <dgm:cxn modelId="{5DBB51DD-8344-4728-AB87-A799CCD95D09}" type="presParOf" srcId="{25EAE1FF-3B41-43DD-875E-4ABF2D707E47}" destId="{A829D335-334D-4EC2-B3E7-4EC3E90CC21D}" srcOrd="1" destOrd="0" presId="urn:microsoft.com/office/officeart/2008/layout/LinedList"/>
    <dgm:cxn modelId="{93196FB6-853C-4D91-831B-0C01F13BC766}" type="presParOf" srcId="{B93838A2-4F22-4440-B913-CEE6907E0B2C}" destId="{71AB9E0E-29F4-4BDC-A5E3-CA6E6D5E4C6B}" srcOrd="2" destOrd="0" presId="urn:microsoft.com/office/officeart/2008/layout/LinedList"/>
    <dgm:cxn modelId="{0DFBC6DF-A72B-4F06-9B63-8268BF317414}" type="presParOf" srcId="{B93838A2-4F22-4440-B913-CEE6907E0B2C}" destId="{FE9AF7DB-C57E-4D23-8903-4EAC7BEDCCDA}" srcOrd="3" destOrd="0" presId="urn:microsoft.com/office/officeart/2008/layout/LinedList"/>
    <dgm:cxn modelId="{3578118F-30C5-4CB8-BC72-8A9DC616A189}" type="presParOf" srcId="{FE9AF7DB-C57E-4D23-8903-4EAC7BEDCCDA}" destId="{E5FA0067-9AEE-4F69-B77D-3A1A043027D4}" srcOrd="0" destOrd="0" presId="urn:microsoft.com/office/officeart/2008/layout/LinedList"/>
    <dgm:cxn modelId="{34B439C6-0D1D-4119-9D95-CCF2ACD5B032}" type="presParOf" srcId="{FE9AF7DB-C57E-4D23-8903-4EAC7BEDCCDA}" destId="{3F4CC017-21E3-4493-A20A-AE9F5CE25C89}" srcOrd="1" destOrd="0" presId="urn:microsoft.com/office/officeart/2008/layout/LinedList"/>
    <dgm:cxn modelId="{6A45AFFB-5517-4FF3-B0C6-930D9D3AD34A}" type="presParOf" srcId="{B93838A2-4F22-4440-B913-CEE6907E0B2C}" destId="{0F9E5C7A-336D-4B5F-B50A-91BF5E5C9F8C}" srcOrd="4" destOrd="0" presId="urn:microsoft.com/office/officeart/2008/layout/LinedList"/>
    <dgm:cxn modelId="{78BC2665-68C8-4118-8610-87332DEB0521}" type="presParOf" srcId="{B93838A2-4F22-4440-B913-CEE6907E0B2C}" destId="{F870646F-51A6-43B5-820B-853D6D9AB559}" srcOrd="5" destOrd="0" presId="urn:microsoft.com/office/officeart/2008/layout/LinedList"/>
    <dgm:cxn modelId="{2EE47E46-E0E1-4B81-B4FE-B2FEE8618CFF}" type="presParOf" srcId="{F870646F-51A6-43B5-820B-853D6D9AB559}" destId="{45C0B9C1-3CF5-4FBD-8604-E4D3CD704229}" srcOrd="0" destOrd="0" presId="urn:microsoft.com/office/officeart/2008/layout/LinedList"/>
    <dgm:cxn modelId="{07441998-440E-43EB-AF00-2E83F9453E30}" type="presParOf" srcId="{F870646F-51A6-43B5-820B-853D6D9AB559}" destId="{2505EB02-3056-4A06-8892-8FE81CC431DC}" srcOrd="1" destOrd="0" presId="urn:microsoft.com/office/officeart/2008/layout/LinedList"/>
    <dgm:cxn modelId="{AD0BFA9A-CEEA-4F06-9F88-298A3D521C34}" type="presParOf" srcId="{B93838A2-4F22-4440-B913-CEE6907E0B2C}" destId="{ACA4BA53-7848-4747-97C8-3EE505A7AA46}" srcOrd="6" destOrd="0" presId="urn:microsoft.com/office/officeart/2008/layout/LinedList"/>
    <dgm:cxn modelId="{2BFF4C29-C32B-4F80-866C-0D0DFB8AA3AB}" type="presParOf" srcId="{B93838A2-4F22-4440-B913-CEE6907E0B2C}" destId="{08CE1512-C7CD-45B5-A53E-06BBA469B5D4}" srcOrd="7" destOrd="0" presId="urn:microsoft.com/office/officeart/2008/layout/LinedList"/>
    <dgm:cxn modelId="{B2D981AF-E5EC-49B9-B079-21289B468FC8}" type="presParOf" srcId="{08CE1512-C7CD-45B5-A53E-06BBA469B5D4}" destId="{5BF6F1EB-8BFE-4673-A359-10ECA9B60CE9}" srcOrd="0" destOrd="0" presId="urn:microsoft.com/office/officeart/2008/layout/LinedList"/>
    <dgm:cxn modelId="{25AA2DAA-1A9E-4F64-8CD7-63A47DF88874}" type="presParOf" srcId="{08CE1512-C7CD-45B5-A53E-06BBA469B5D4}" destId="{69DBF7A5-0F7A-4F10-A6F1-F63491D986B5}" srcOrd="1" destOrd="0" presId="urn:microsoft.com/office/officeart/2008/layout/LinedList"/>
    <dgm:cxn modelId="{6DCF8515-1BA3-4A16-857D-B97F8A693512}" type="presParOf" srcId="{B93838A2-4F22-4440-B913-CEE6907E0B2C}" destId="{06BB46FE-509D-43C1-8AC4-68E7FFE79879}" srcOrd="8" destOrd="0" presId="urn:microsoft.com/office/officeart/2008/layout/LinedList"/>
    <dgm:cxn modelId="{2B63BC9F-1992-4A97-B007-A4E20C8E4C64}" type="presParOf" srcId="{B93838A2-4F22-4440-B913-CEE6907E0B2C}" destId="{FE59AF68-C6F0-413E-A6F3-84E0C766B756}" srcOrd="9" destOrd="0" presId="urn:microsoft.com/office/officeart/2008/layout/LinedList"/>
    <dgm:cxn modelId="{40150492-4DF2-440C-B3F4-F09E8417F3AC}" type="presParOf" srcId="{FE59AF68-C6F0-413E-A6F3-84E0C766B756}" destId="{64B9AF47-837D-4325-810A-EF32814DE3A6}" srcOrd="0" destOrd="0" presId="urn:microsoft.com/office/officeart/2008/layout/LinedList"/>
    <dgm:cxn modelId="{102CD9B4-CA7C-4CD0-88A9-E5D878C0E140}" type="presParOf" srcId="{FE59AF68-C6F0-413E-A6F3-84E0C766B756}" destId="{78E9C072-CD9E-43F3-8443-921B3DC6D683}" srcOrd="1" destOrd="0" presId="urn:microsoft.com/office/officeart/2008/layout/LinedList"/>
    <dgm:cxn modelId="{760B1347-99BB-40F3-87BE-2FF862BA44B9}" type="presParOf" srcId="{B93838A2-4F22-4440-B913-CEE6907E0B2C}" destId="{8AE21C4A-FD94-4125-A4AE-3E5FC55DF3B6}" srcOrd="10" destOrd="0" presId="urn:microsoft.com/office/officeart/2008/layout/LinedList"/>
    <dgm:cxn modelId="{5ADD8CB1-22D8-4479-8DB1-04D8987A7E67}" type="presParOf" srcId="{B93838A2-4F22-4440-B913-CEE6907E0B2C}" destId="{AEADBB5F-3C3F-4B17-B823-304F6ACD81BF}" srcOrd="11" destOrd="0" presId="urn:microsoft.com/office/officeart/2008/layout/LinedList"/>
    <dgm:cxn modelId="{92EA584A-083F-4A73-A727-42BA45F0CBE1}" type="presParOf" srcId="{AEADBB5F-3C3F-4B17-B823-304F6ACD81BF}" destId="{B8BB1FFC-5B15-4653-AEE3-0A28C046BDEE}" srcOrd="0" destOrd="0" presId="urn:microsoft.com/office/officeart/2008/layout/LinedList"/>
    <dgm:cxn modelId="{E5EBB581-4762-4AB7-B38E-A2DC01DF0C4C}" type="presParOf" srcId="{AEADBB5F-3C3F-4B17-B823-304F6ACD81BF}" destId="{1E0CCC45-C3F3-4734-976D-5DDD3993AEA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C788F7-0221-47F1-BF16-2290CDBEBEB5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7D101CF-D249-47D3-B97E-2F791493CBA3}">
      <dgm:prSet/>
      <dgm:spPr/>
      <dgm:t>
        <a:bodyPr/>
        <a:lstStyle/>
        <a:p>
          <a:r>
            <a:rPr lang="en-US" b="0"/>
            <a:t>The remediation was successfully verified. The /root/eicar.com file was no longer present on the Ubuntu endpoint following execution of Wazuh's Active Response.</a:t>
          </a:r>
          <a:endParaRPr lang="en-US"/>
        </a:p>
      </dgm:t>
    </dgm:pt>
    <dgm:pt modelId="{B65D2882-42B8-49EE-B12E-AFC3A3440D89}" type="parTrans" cxnId="{C55628C8-A73E-4118-8132-F02E9C520309}">
      <dgm:prSet/>
      <dgm:spPr/>
      <dgm:t>
        <a:bodyPr/>
        <a:lstStyle/>
        <a:p>
          <a:endParaRPr lang="en-US"/>
        </a:p>
      </dgm:t>
    </dgm:pt>
    <dgm:pt modelId="{170DD7C5-2872-4170-B232-021116454259}" type="sibTrans" cxnId="{C55628C8-A73E-4118-8132-F02E9C520309}">
      <dgm:prSet/>
      <dgm:spPr/>
      <dgm:t>
        <a:bodyPr/>
        <a:lstStyle/>
        <a:p>
          <a:endParaRPr lang="en-US"/>
        </a:p>
      </dgm:t>
    </dgm:pt>
    <dgm:pt modelId="{0B6802DB-BBAB-4790-A45B-C74F726E5A83}">
      <dgm:prSet/>
      <dgm:spPr/>
      <dgm:t>
        <a:bodyPr/>
        <a:lstStyle/>
        <a:p>
          <a:r>
            <a:rPr lang="en-US" b="0"/>
            <a:t>The Ubuntu agent remained active and connected to the Wazuh manager after remediation. </a:t>
          </a:r>
          <a:endParaRPr lang="en-US"/>
        </a:p>
      </dgm:t>
    </dgm:pt>
    <dgm:pt modelId="{77D3FA94-51A4-4F83-A715-5067BC24A3FB}" type="parTrans" cxnId="{82CB2952-8361-4301-A4E9-A8F2DD307BD5}">
      <dgm:prSet/>
      <dgm:spPr/>
      <dgm:t>
        <a:bodyPr/>
        <a:lstStyle/>
        <a:p>
          <a:endParaRPr lang="en-US"/>
        </a:p>
      </dgm:t>
    </dgm:pt>
    <dgm:pt modelId="{C9CA601D-C96E-483D-AFC5-9D85A2458303}" type="sibTrans" cxnId="{82CB2952-8361-4301-A4E9-A8F2DD307BD5}">
      <dgm:prSet/>
      <dgm:spPr/>
      <dgm:t>
        <a:bodyPr/>
        <a:lstStyle/>
        <a:p>
          <a:endParaRPr lang="en-US"/>
        </a:p>
      </dgm:t>
    </dgm:pt>
    <dgm:pt modelId="{B6377F7F-5A8F-451A-8AE5-C5F8D719588C}">
      <dgm:prSet/>
      <dgm:spPr/>
      <dgm:t>
        <a:bodyPr/>
        <a:lstStyle/>
        <a:p>
          <a:r>
            <a:rPr lang="en-US" b="0"/>
            <a:t>Wazuh's event history confirmed the successful execution of remove-threat.sh and deletion of the file, with no subsequent EICAR-related detection observed after the removal event.</a:t>
          </a:r>
          <a:endParaRPr lang="en-US"/>
        </a:p>
      </dgm:t>
    </dgm:pt>
    <dgm:pt modelId="{DE56D6DC-0296-415D-9A03-AADF978ED51A}" type="parTrans" cxnId="{DF2F50FE-A8C4-47B0-8AED-4CA09D54ECAC}">
      <dgm:prSet/>
      <dgm:spPr/>
      <dgm:t>
        <a:bodyPr/>
        <a:lstStyle/>
        <a:p>
          <a:endParaRPr lang="en-US"/>
        </a:p>
      </dgm:t>
    </dgm:pt>
    <dgm:pt modelId="{A2F825A1-748A-43DC-B5E4-6B6AD5119A5B}" type="sibTrans" cxnId="{DF2F50FE-A8C4-47B0-8AED-4CA09D54ECAC}">
      <dgm:prSet/>
      <dgm:spPr/>
      <dgm:t>
        <a:bodyPr/>
        <a:lstStyle/>
        <a:p>
          <a:endParaRPr lang="en-US"/>
        </a:p>
      </dgm:t>
    </dgm:pt>
    <dgm:pt modelId="{4BB0FB66-512D-4498-A4BE-ED23E2E60F51}" type="pres">
      <dgm:prSet presAssocID="{72C788F7-0221-47F1-BF16-2290CDBEBEB5}" presName="outerComposite" presStyleCnt="0">
        <dgm:presLayoutVars>
          <dgm:chMax val="5"/>
          <dgm:dir/>
          <dgm:resizeHandles val="exact"/>
        </dgm:presLayoutVars>
      </dgm:prSet>
      <dgm:spPr/>
    </dgm:pt>
    <dgm:pt modelId="{F494DC91-7BAE-472F-9AFE-A893BEB14808}" type="pres">
      <dgm:prSet presAssocID="{72C788F7-0221-47F1-BF16-2290CDBEBEB5}" presName="dummyMaxCanvas" presStyleCnt="0">
        <dgm:presLayoutVars/>
      </dgm:prSet>
      <dgm:spPr/>
    </dgm:pt>
    <dgm:pt modelId="{DB849E99-72BF-438D-BC54-2A4CDF74A79A}" type="pres">
      <dgm:prSet presAssocID="{72C788F7-0221-47F1-BF16-2290CDBEBEB5}" presName="ThreeNodes_1" presStyleLbl="node1" presStyleIdx="0" presStyleCnt="3">
        <dgm:presLayoutVars>
          <dgm:bulletEnabled val="1"/>
        </dgm:presLayoutVars>
      </dgm:prSet>
      <dgm:spPr/>
    </dgm:pt>
    <dgm:pt modelId="{BA8070F1-F4A1-4D41-8F4B-D375B36D7BF7}" type="pres">
      <dgm:prSet presAssocID="{72C788F7-0221-47F1-BF16-2290CDBEBEB5}" presName="ThreeNodes_2" presStyleLbl="node1" presStyleIdx="1" presStyleCnt="3">
        <dgm:presLayoutVars>
          <dgm:bulletEnabled val="1"/>
        </dgm:presLayoutVars>
      </dgm:prSet>
      <dgm:spPr/>
    </dgm:pt>
    <dgm:pt modelId="{A094F9B7-F836-4844-BD79-5731DE73CABF}" type="pres">
      <dgm:prSet presAssocID="{72C788F7-0221-47F1-BF16-2290CDBEBEB5}" presName="ThreeNodes_3" presStyleLbl="node1" presStyleIdx="2" presStyleCnt="3">
        <dgm:presLayoutVars>
          <dgm:bulletEnabled val="1"/>
        </dgm:presLayoutVars>
      </dgm:prSet>
      <dgm:spPr/>
    </dgm:pt>
    <dgm:pt modelId="{E2D8614A-A71B-480B-9020-61F7AA212DB5}" type="pres">
      <dgm:prSet presAssocID="{72C788F7-0221-47F1-BF16-2290CDBEBEB5}" presName="ThreeConn_1-2" presStyleLbl="fgAccFollowNode1" presStyleIdx="0" presStyleCnt="2">
        <dgm:presLayoutVars>
          <dgm:bulletEnabled val="1"/>
        </dgm:presLayoutVars>
      </dgm:prSet>
      <dgm:spPr/>
    </dgm:pt>
    <dgm:pt modelId="{AA0AEFBE-5706-497E-A395-DB8CD287FC89}" type="pres">
      <dgm:prSet presAssocID="{72C788F7-0221-47F1-BF16-2290CDBEBEB5}" presName="ThreeConn_2-3" presStyleLbl="fgAccFollowNode1" presStyleIdx="1" presStyleCnt="2">
        <dgm:presLayoutVars>
          <dgm:bulletEnabled val="1"/>
        </dgm:presLayoutVars>
      </dgm:prSet>
      <dgm:spPr/>
    </dgm:pt>
    <dgm:pt modelId="{3B92065E-19CC-4BF9-9AA8-234D2FC2421A}" type="pres">
      <dgm:prSet presAssocID="{72C788F7-0221-47F1-BF16-2290CDBEBEB5}" presName="ThreeNodes_1_text" presStyleLbl="node1" presStyleIdx="2" presStyleCnt="3">
        <dgm:presLayoutVars>
          <dgm:bulletEnabled val="1"/>
        </dgm:presLayoutVars>
      </dgm:prSet>
      <dgm:spPr/>
    </dgm:pt>
    <dgm:pt modelId="{DDACFFEA-A325-44DC-8E3B-375DD4CC019C}" type="pres">
      <dgm:prSet presAssocID="{72C788F7-0221-47F1-BF16-2290CDBEBEB5}" presName="ThreeNodes_2_text" presStyleLbl="node1" presStyleIdx="2" presStyleCnt="3">
        <dgm:presLayoutVars>
          <dgm:bulletEnabled val="1"/>
        </dgm:presLayoutVars>
      </dgm:prSet>
      <dgm:spPr/>
    </dgm:pt>
    <dgm:pt modelId="{3EE4A2DD-1B38-4977-9C9F-8717C2F3E4E8}" type="pres">
      <dgm:prSet presAssocID="{72C788F7-0221-47F1-BF16-2290CDBEBEB5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A661820F-432F-4EBD-8AF5-D539357866AA}" type="presOf" srcId="{0B6802DB-BBAB-4790-A45B-C74F726E5A83}" destId="{DDACFFEA-A325-44DC-8E3B-375DD4CC019C}" srcOrd="1" destOrd="0" presId="urn:microsoft.com/office/officeart/2005/8/layout/vProcess5"/>
    <dgm:cxn modelId="{AF5A761B-476A-4038-AC0E-0BF07A128425}" type="presOf" srcId="{37D101CF-D249-47D3-B97E-2F791493CBA3}" destId="{3B92065E-19CC-4BF9-9AA8-234D2FC2421A}" srcOrd="1" destOrd="0" presId="urn:microsoft.com/office/officeart/2005/8/layout/vProcess5"/>
    <dgm:cxn modelId="{6586CF39-7C70-4D4A-B434-4D8630D53E11}" type="presOf" srcId="{170DD7C5-2872-4170-B232-021116454259}" destId="{E2D8614A-A71B-480B-9020-61F7AA212DB5}" srcOrd="0" destOrd="0" presId="urn:microsoft.com/office/officeart/2005/8/layout/vProcess5"/>
    <dgm:cxn modelId="{82CB2952-8361-4301-A4E9-A8F2DD307BD5}" srcId="{72C788F7-0221-47F1-BF16-2290CDBEBEB5}" destId="{0B6802DB-BBAB-4790-A45B-C74F726E5A83}" srcOrd="1" destOrd="0" parTransId="{77D3FA94-51A4-4F83-A715-5067BC24A3FB}" sibTransId="{C9CA601D-C96E-483D-AFC5-9D85A2458303}"/>
    <dgm:cxn modelId="{C8D46053-C5A8-4AB3-A741-1C3EB5481D7E}" type="presOf" srcId="{72C788F7-0221-47F1-BF16-2290CDBEBEB5}" destId="{4BB0FB66-512D-4498-A4BE-ED23E2E60F51}" srcOrd="0" destOrd="0" presId="urn:microsoft.com/office/officeart/2005/8/layout/vProcess5"/>
    <dgm:cxn modelId="{00AF777C-BFC8-4719-9F19-B2ED5E8B8854}" type="presOf" srcId="{B6377F7F-5A8F-451A-8AE5-C5F8D719588C}" destId="{3EE4A2DD-1B38-4977-9C9F-8717C2F3E4E8}" srcOrd="1" destOrd="0" presId="urn:microsoft.com/office/officeart/2005/8/layout/vProcess5"/>
    <dgm:cxn modelId="{072A82B0-30AC-40DB-9BEB-9AA745629301}" type="presOf" srcId="{37D101CF-D249-47D3-B97E-2F791493CBA3}" destId="{DB849E99-72BF-438D-BC54-2A4CDF74A79A}" srcOrd="0" destOrd="0" presId="urn:microsoft.com/office/officeart/2005/8/layout/vProcess5"/>
    <dgm:cxn modelId="{60BAB8B3-B510-4C93-8319-4C4E585B256B}" type="presOf" srcId="{C9CA601D-C96E-483D-AFC5-9D85A2458303}" destId="{AA0AEFBE-5706-497E-A395-DB8CD287FC89}" srcOrd="0" destOrd="0" presId="urn:microsoft.com/office/officeart/2005/8/layout/vProcess5"/>
    <dgm:cxn modelId="{CA5C61B4-4351-487A-85E0-9097A20DC675}" type="presOf" srcId="{0B6802DB-BBAB-4790-A45B-C74F726E5A83}" destId="{BA8070F1-F4A1-4D41-8F4B-D375B36D7BF7}" srcOrd="0" destOrd="0" presId="urn:microsoft.com/office/officeart/2005/8/layout/vProcess5"/>
    <dgm:cxn modelId="{C55628C8-A73E-4118-8132-F02E9C520309}" srcId="{72C788F7-0221-47F1-BF16-2290CDBEBEB5}" destId="{37D101CF-D249-47D3-B97E-2F791493CBA3}" srcOrd="0" destOrd="0" parTransId="{B65D2882-42B8-49EE-B12E-AFC3A3440D89}" sibTransId="{170DD7C5-2872-4170-B232-021116454259}"/>
    <dgm:cxn modelId="{90ED81E4-0EF5-47AC-B236-60C646079584}" type="presOf" srcId="{B6377F7F-5A8F-451A-8AE5-C5F8D719588C}" destId="{A094F9B7-F836-4844-BD79-5731DE73CABF}" srcOrd="0" destOrd="0" presId="urn:microsoft.com/office/officeart/2005/8/layout/vProcess5"/>
    <dgm:cxn modelId="{DF2F50FE-A8C4-47B0-8AED-4CA09D54ECAC}" srcId="{72C788F7-0221-47F1-BF16-2290CDBEBEB5}" destId="{B6377F7F-5A8F-451A-8AE5-C5F8D719588C}" srcOrd="2" destOrd="0" parTransId="{DE56D6DC-0296-415D-9A03-AADF978ED51A}" sibTransId="{A2F825A1-748A-43DC-B5E4-6B6AD5119A5B}"/>
    <dgm:cxn modelId="{15CCCB8E-0F98-44C5-80D8-D0D612708C79}" type="presParOf" srcId="{4BB0FB66-512D-4498-A4BE-ED23E2E60F51}" destId="{F494DC91-7BAE-472F-9AFE-A893BEB14808}" srcOrd="0" destOrd="0" presId="urn:microsoft.com/office/officeart/2005/8/layout/vProcess5"/>
    <dgm:cxn modelId="{D392497B-96D6-44CB-ADEF-3D5A7E8AC673}" type="presParOf" srcId="{4BB0FB66-512D-4498-A4BE-ED23E2E60F51}" destId="{DB849E99-72BF-438D-BC54-2A4CDF74A79A}" srcOrd="1" destOrd="0" presId="urn:microsoft.com/office/officeart/2005/8/layout/vProcess5"/>
    <dgm:cxn modelId="{012EDE41-5B0C-4E17-8CCB-96C92ED8D49D}" type="presParOf" srcId="{4BB0FB66-512D-4498-A4BE-ED23E2E60F51}" destId="{BA8070F1-F4A1-4D41-8F4B-D375B36D7BF7}" srcOrd="2" destOrd="0" presId="urn:microsoft.com/office/officeart/2005/8/layout/vProcess5"/>
    <dgm:cxn modelId="{01204BCC-5B6C-4A64-984C-9A88AF0C1581}" type="presParOf" srcId="{4BB0FB66-512D-4498-A4BE-ED23E2E60F51}" destId="{A094F9B7-F836-4844-BD79-5731DE73CABF}" srcOrd="3" destOrd="0" presId="urn:microsoft.com/office/officeart/2005/8/layout/vProcess5"/>
    <dgm:cxn modelId="{804D8D0B-FCC1-418F-8EDF-BE5D09C00A09}" type="presParOf" srcId="{4BB0FB66-512D-4498-A4BE-ED23E2E60F51}" destId="{E2D8614A-A71B-480B-9020-61F7AA212DB5}" srcOrd="4" destOrd="0" presId="urn:microsoft.com/office/officeart/2005/8/layout/vProcess5"/>
    <dgm:cxn modelId="{2206CBFD-8736-4347-A38B-ECADAD39050D}" type="presParOf" srcId="{4BB0FB66-512D-4498-A4BE-ED23E2E60F51}" destId="{AA0AEFBE-5706-497E-A395-DB8CD287FC89}" srcOrd="5" destOrd="0" presId="urn:microsoft.com/office/officeart/2005/8/layout/vProcess5"/>
    <dgm:cxn modelId="{6B17300E-3886-45C0-A6A4-82006B99C43B}" type="presParOf" srcId="{4BB0FB66-512D-4498-A4BE-ED23E2E60F51}" destId="{3B92065E-19CC-4BF9-9AA8-234D2FC2421A}" srcOrd="6" destOrd="0" presId="urn:microsoft.com/office/officeart/2005/8/layout/vProcess5"/>
    <dgm:cxn modelId="{B9FC3479-D07E-45D5-96F5-E0FC3DC377AD}" type="presParOf" srcId="{4BB0FB66-512D-4498-A4BE-ED23E2E60F51}" destId="{DDACFFEA-A325-44DC-8E3B-375DD4CC019C}" srcOrd="7" destOrd="0" presId="urn:microsoft.com/office/officeart/2005/8/layout/vProcess5"/>
    <dgm:cxn modelId="{045450E4-0ED5-4760-831A-1C0ADCB3EA24}" type="presParOf" srcId="{4BB0FB66-512D-4498-A4BE-ED23E2E60F51}" destId="{3EE4A2DD-1B38-4977-9C9F-8717C2F3E4E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A32ABD-3690-4DD5-A968-E610CF5BCC8B}">
      <dsp:nvSpPr>
        <dsp:cNvPr id="0" name=""/>
        <dsp:cNvSpPr/>
      </dsp:nvSpPr>
      <dsp:spPr>
        <a:xfrm>
          <a:off x="0" y="3587"/>
          <a:ext cx="4726201" cy="11679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983FCC-D679-4EE9-8AFC-2D3398139AAC}">
      <dsp:nvSpPr>
        <dsp:cNvPr id="0" name=""/>
        <dsp:cNvSpPr/>
      </dsp:nvSpPr>
      <dsp:spPr>
        <a:xfrm>
          <a:off x="353301" y="266373"/>
          <a:ext cx="642994" cy="6423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B0E357-3ABE-481C-9469-4D3E43103F3F}">
      <dsp:nvSpPr>
        <dsp:cNvPr id="0" name=""/>
        <dsp:cNvSpPr/>
      </dsp:nvSpPr>
      <dsp:spPr>
        <a:xfrm>
          <a:off x="1349598" y="3587"/>
          <a:ext cx="3018590" cy="124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53" tIns="131453" rIns="131453" bIns="13145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/>
            <a:t>Wazuh's File Integrity Monitoring captured the following hashes when the file was created:</a:t>
          </a:r>
          <a:endParaRPr lang="en-US" sz="1400" kern="1200"/>
        </a:p>
      </dsp:txBody>
      <dsp:txXfrm>
        <a:off x="1349598" y="3587"/>
        <a:ext cx="3018590" cy="1242076"/>
      </dsp:txXfrm>
    </dsp:sp>
    <dsp:sp modelId="{34BB383A-DE3A-4827-8755-3E7C00AEC0E3}">
      <dsp:nvSpPr>
        <dsp:cNvPr id="0" name=""/>
        <dsp:cNvSpPr/>
      </dsp:nvSpPr>
      <dsp:spPr>
        <a:xfrm>
          <a:off x="0" y="1546773"/>
          <a:ext cx="4726201" cy="11679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846E6D-73AB-4DA0-8151-8373B4A57BF4}">
      <dsp:nvSpPr>
        <dsp:cNvPr id="0" name=""/>
        <dsp:cNvSpPr/>
      </dsp:nvSpPr>
      <dsp:spPr>
        <a:xfrm>
          <a:off x="353301" y="1809559"/>
          <a:ext cx="642994" cy="6423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58963E-7F25-4367-96F4-232B1118D64C}">
      <dsp:nvSpPr>
        <dsp:cNvPr id="0" name=""/>
        <dsp:cNvSpPr/>
      </dsp:nvSpPr>
      <dsp:spPr>
        <a:xfrm>
          <a:off x="1349598" y="1546773"/>
          <a:ext cx="3018590" cy="124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53" tIns="131453" rIns="131453" bIns="13145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MD5: </a:t>
          </a:r>
          <a:r>
            <a:rPr lang="en-US" sz="1400" b="0" kern="1200" dirty="0"/>
            <a:t>44d88612fea8a8f36de82e1278abb02f</a:t>
          </a:r>
          <a:endParaRPr lang="en-US" sz="1400" kern="1200" dirty="0"/>
        </a:p>
      </dsp:txBody>
      <dsp:txXfrm>
        <a:off x="1349598" y="1546773"/>
        <a:ext cx="3018590" cy="1242076"/>
      </dsp:txXfrm>
    </dsp:sp>
    <dsp:sp modelId="{59E0041D-CFC4-4771-A4E4-E6F522A36458}">
      <dsp:nvSpPr>
        <dsp:cNvPr id="0" name=""/>
        <dsp:cNvSpPr/>
      </dsp:nvSpPr>
      <dsp:spPr>
        <a:xfrm>
          <a:off x="0" y="3106730"/>
          <a:ext cx="4726201" cy="11679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6F070F-3978-43A8-9AEF-FF2C86C208F5}">
      <dsp:nvSpPr>
        <dsp:cNvPr id="0" name=""/>
        <dsp:cNvSpPr/>
      </dsp:nvSpPr>
      <dsp:spPr>
        <a:xfrm>
          <a:off x="353301" y="3352745"/>
          <a:ext cx="642994" cy="6423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086C60-3827-430F-923A-673BEED8B4FF}">
      <dsp:nvSpPr>
        <dsp:cNvPr id="0" name=""/>
        <dsp:cNvSpPr/>
      </dsp:nvSpPr>
      <dsp:spPr>
        <a:xfrm>
          <a:off x="1349598" y="3089959"/>
          <a:ext cx="3018590" cy="124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53" tIns="131453" rIns="131453" bIns="13145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SHA-1</a:t>
          </a:r>
          <a:r>
            <a:rPr lang="en-US" sz="1400" b="0" kern="1200" dirty="0"/>
            <a:t>: 3395856ce81f2b7382dee72602f798b642f14140</a:t>
          </a:r>
          <a:endParaRPr lang="en-US" sz="1400" kern="1200" dirty="0"/>
        </a:p>
      </dsp:txBody>
      <dsp:txXfrm>
        <a:off x="1349598" y="3089959"/>
        <a:ext cx="3018590" cy="1242076"/>
      </dsp:txXfrm>
    </dsp:sp>
    <dsp:sp modelId="{ED108368-9E4C-425C-8A1A-570249BF5F32}">
      <dsp:nvSpPr>
        <dsp:cNvPr id="0" name=""/>
        <dsp:cNvSpPr/>
      </dsp:nvSpPr>
      <dsp:spPr>
        <a:xfrm>
          <a:off x="0" y="4633145"/>
          <a:ext cx="4726201" cy="11679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003A62-6CF5-4172-BD71-3DFFB0549DF6}">
      <dsp:nvSpPr>
        <dsp:cNvPr id="0" name=""/>
        <dsp:cNvSpPr/>
      </dsp:nvSpPr>
      <dsp:spPr>
        <a:xfrm>
          <a:off x="353301" y="4895931"/>
          <a:ext cx="642994" cy="6423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9629A-03AF-4F5E-A516-3302508900D3}">
      <dsp:nvSpPr>
        <dsp:cNvPr id="0" name=""/>
        <dsp:cNvSpPr/>
      </dsp:nvSpPr>
      <dsp:spPr>
        <a:xfrm>
          <a:off x="1349598" y="4633145"/>
          <a:ext cx="3018590" cy="124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53" tIns="131453" rIns="131453" bIns="13145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SHA-256:</a:t>
          </a:r>
          <a:r>
            <a:rPr lang="en-US" sz="1400" b="0" kern="1200" dirty="0"/>
            <a:t> 275a021bbfb6489e54d471899f7db9d1663fc695ec2fe2a2c4538aabf651fd0f</a:t>
          </a:r>
          <a:endParaRPr lang="en-US" sz="1400" kern="1200" dirty="0"/>
        </a:p>
      </dsp:txBody>
      <dsp:txXfrm>
        <a:off x="1349598" y="4633145"/>
        <a:ext cx="3018590" cy="12420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7449CA-E1FB-425A-9BFA-E4ABD6904E95}">
      <dsp:nvSpPr>
        <dsp:cNvPr id="0" name=""/>
        <dsp:cNvSpPr/>
      </dsp:nvSpPr>
      <dsp:spPr>
        <a:xfrm>
          <a:off x="0" y="2611"/>
          <a:ext cx="303711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DAACF8-BDC9-4A82-BFF4-373509EB935D}">
      <dsp:nvSpPr>
        <dsp:cNvPr id="0" name=""/>
        <dsp:cNvSpPr/>
      </dsp:nvSpPr>
      <dsp:spPr>
        <a:xfrm>
          <a:off x="0" y="2611"/>
          <a:ext cx="3037113" cy="890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Wazuh</a:t>
          </a:r>
          <a:r>
            <a:rPr lang="en-US" sz="1900" b="0" kern="1200" dirty="0"/>
            <a:t> Rule ID: 100201</a:t>
          </a:r>
          <a:endParaRPr lang="en-US" sz="1900" kern="1200" dirty="0"/>
        </a:p>
      </dsp:txBody>
      <dsp:txXfrm>
        <a:off x="0" y="2611"/>
        <a:ext cx="3037113" cy="890669"/>
      </dsp:txXfrm>
    </dsp:sp>
    <dsp:sp modelId="{71AB9E0E-29F4-4BDC-A5E3-CA6E6D5E4C6B}">
      <dsp:nvSpPr>
        <dsp:cNvPr id="0" name=""/>
        <dsp:cNvSpPr/>
      </dsp:nvSpPr>
      <dsp:spPr>
        <a:xfrm>
          <a:off x="0" y="893281"/>
          <a:ext cx="303711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A0067-9AEE-4F69-B77D-3A1A043027D4}">
      <dsp:nvSpPr>
        <dsp:cNvPr id="0" name=""/>
        <dsp:cNvSpPr/>
      </dsp:nvSpPr>
      <dsp:spPr>
        <a:xfrm>
          <a:off x="0" y="893281"/>
          <a:ext cx="3037113" cy="890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Rule Level: 7</a:t>
          </a:r>
          <a:endParaRPr lang="en-US" sz="1900" kern="1200"/>
        </a:p>
      </dsp:txBody>
      <dsp:txXfrm>
        <a:off x="0" y="893281"/>
        <a:ext cx="3037113" cy="890669"/>
      </dsp:txXfrm>
    </dsp:sp>
    <dsp:sp modelId="{0F9E5C7A-336D-4B5F-B50A-91BF5E5C9F8C}">
      <dsp:nvSpPr>
        <dsp:cNvPr id="0" name=""/>
        <dsp:cNvSpPr/>
      </dsp:nvSpPr>
      <dsp:spPr>
        <a:xfrm>
          <a:off x="0" y="1783950"/>
          <a:ext cx="303711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C0B9C1-3CF5-4FBD-8604-E4D3CD704229}">
      <dsp:nvSpPr>
        <dsp:cNvPr id="0" name=""/>
        <dsp:cNvSpPr/>
      </dsp:nvSpPr>
      <dsp:spPr>
        <a:xfrm>
          <a:off x="0" y="1783950"/>
          <a:ext cx="3037113" cy="890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Rule Description: File added to /root directory</a:t>
          </a:r>
          <a:endParaRPr lang="en-US" sz="1900" kern="1200"/>
        </a:p>
      </dsp:txBody>
      <dsp:txXfrm>
        <a:off x="0" y="1783950"/>
        <a:ext cx="3037113" cy="890669"/>
      </dsp:txXfrm>
    </dsp:sp>
    <dsp:sp modelId="{ACA4BA53-7848-4747-97C8-3EE505A7AA46}">
      <dsp:nvSpPr>
        <dsp:cNvPr id="0" name=""/>
        <dsp:cNvSpPr/>
      </dsp:nvSpPr>
      <dsp:spPr>
        <a:xfrm>
          <a:off x="0" y="2674619"/>
          <a:ext cx="303711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F6F1EB-8BFE-4673-A359-10ECA9B60CE9}">
      <dsp:nvSpPr>
        <dsp:cNvPr id="0" name=""/>
        <dsp:cNvSpPr/>
      </dsp:nvSpPr>
      <dsp:spPr>
        <a:xfrm>
          <a:off x="0" y="2674620"/>
          <a:ext cx="3037113" cy="890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FIM Event: added</a:t>
          </a:r>
          <a:endParaRPr lang="en-US" sz="1900" kern="1200"/>
        </a:p>
      </dsp:txBody>
      <dsp:txXfrm>
        <a:off x="0" y="2674620"/>
        <a:ext cx="3037113" cy="890669"/>
      </dsp:txXfrm>
    </dsp:sp>
    <dsp:sp modelId="{06BB46FE-509D-43C1-8AC4-68E7FFE79879}">
      <dsp:nvSpPr>
        <dsp:cNvPr id="0" name=""/>
        <dsp:cNvSpPr/>
      </dsp:nvSpPr>
      <dsp:spPr>
        <a:xfrm>
          <a:off x="0" y="3565289"/>
          <a:ext cx="303711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9AF47-837D-4325-810A-EF32814DE3A6}">
      <dsp:nvSpPr>
        <dsp:cNvPr id="0" name=""/>
        <dsp:cNvSpPr/>
      </dsp:nvSpPr>
      <dsp:spPr>
        <a:xfrm>
          <a:off x="0" y="3565289"/>
          <a:ext cx="3037113" cy="890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Detection Mode: realtime</a:t>
          </a:r>
          <a:endParaRPr lang="en-US" sz="1900" kern="1200"/>
        </a:p>
      </dsp:txBody>
      <dsp:txXfrm>
        <a:off x="0" y="3565289"/>
        <a:ext cx="3037113" cy="890669"/>
      </dsp:txXfrm>
    </dsp:sp>
    <dsp:sp modelId="{8AE21C4A-FD94-4125-A4AE-3E5FC55DF3B6}">
      <dsp:nvSpPr>
        <dsp:cNvPr id="0" name=""/>
        <dsp:cNvSpPr/>
      </dsp:nvSpPr>
      <dsp:spPr>
        <a:xfrm>
          <a:off x="0" y="4455958"/>
          <a:ext cx="303711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B1FFC-5B15-4653-AEE3-0A28C046BDEE}">
      <dsp:nvSpPr>
        <dsp:cNvPr id="0" name=""/>
        <dsp:cNvSpPr/>
      </dsp:nvSpPr>
      <dsp:spPr>
        <a:xfrm>
          <a:off x="0" y="4455958"/>
          <a:ext cx="3037113" cy="890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The Wazuh event confirmed: File '/root/eicar.com' added</a:t>
          </a:r>
          <a:endParaRPr lang="en-US" sz="1900" kern="1200"/>
        </a:p>
      </dsp:txBody>
      <dsp:txXfrm>
        <a:off x="0" y="4455958"/>
        <a:ext cx="3037113" cy="8906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849E99-72BF-438D-BC54-2A4CDF74A79A}">
      <dsp:nvSpPr>
        <dsp:cNvPr id="0" name=""/>
        <dsp:cNvSpPr/>
      </dsp:nvSpPr>
      <dsp:spPr>
        <a:xfrm>
          <a:off x="0" y="0"/>
          <a:ext cx="6703695" cy="1305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The remediation was successfully verified. The /root/eicar.com file was no longer present on the Ubuntu endpoint following execution of Wazuh's Active Response.</a:t>
          </a:r>
          <a:endParaRPr lang="en-US" sz="1900" kern="1200"/>
        </a:p>
      </dsp:txBody>
      <dsp:txXfrm>
        <a:off x="38234" y="38234"/>
        <a:ext cx="5295064" cy="1228933"/>
      </dsp:txXfrm>
    </dsp:sp>
    <dsp:sp modelId="{BA8070F1-F4A1-4D41-8F4B-D375B36D7BF7}">
      <dsp:nvSpPr>
        <dsp:cNvPr id="0" name=""/>
        <dsp:cNvSpPr/>
      </dsp:nvSpPr>
      <dsp:spPr>
        <a:xfrm>
          <a:off x="591502" y="1522968"/>
          <a:ext cx="6703695" cy="130540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The Ubuntu agent remained active and connected to the Wazuh manager after remediation. </a:t>
          </a:r>
          <a:endParaRPr lang="en-US" sz="1900" kern="1200"/>
        </a:p>
      </dsp:txBody>
      <dsp:txXfrm>
        <a:off x="629736" y="1561202"/>
        <a:ext cx="5187213" cy="1228933"/>
      </dsp:txXfrm>
    </dsp:sp>
    <dsp:sp modelId="{A094F9B7-F836-4844-BD79-5731DE73CABF}">
      <dsp:nvSpPr>
        <dsp:cNvPr id="0" name=""/>
        <dsp:cNvSpPr/>
      </dsp:nvSpPr>
      <dsp:spPr>
        <a:xfrm>
          <a:off x="1183004" y="3045936"/>
          <a:ext cx="6703695" cy="130540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Wazuh's event history confirmed the successful execution of remove-threat.sh and deletion of the file, with no subsequent EICAR-related detection observed after the removal event.</a:t>
          </a:r>
          <a:endParaRPr lang="en-US" sz="1900" kern="1200"/>
        </a:p>
      </dsp:txBody>
      <dsp:txXfrm>
        <a:off x="1221238" y="3084170"/>
        <a:ext cx="5187213" cy="1228933"/>
      </dsp:txXfrm>
    </dsp:sp>
    <dsp:sp modelId="{E2D8614A-A71B-480B-9020-61F7AA212DB5}">
      <dsp:nvSpPr>
        <dsp:cNvPr id="0" name=""/>
        <dsp:cNvSpPr/>
      </dsp:nvSpPr>
      <dsp:spPr>
        <a:xfrm>
          <a:off x="5855184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046099" y="989929"/>
        <a:ext cx="466680" cy="638504"/>
      </dsp:txXfrm>
    </dsp:sp>
    <dsp:sp modelId="{AA0AEFBE-5706-497E-A395-DB8CD287FC89}">
      <dsp:nvSpPr>
        <dsp:cNvPr id="0" name=""/>
        <dsp:cNvSpPr/>
      </dsp:nvSpPr>
      <dsp:spPr>
        <a:xfrm>
          <a:off x="6446686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637601" y="2504195"/>
        <a:ext cx="466680" cy="6385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3D Graphs">
            <a:extLst>
              <a:ext uri="{FF2B5EF4-FFF2-40B4-BE49-F238E27FC236}">
                <a16:creationId xmlns:a16="http://schemas.microsoft.com/office/drawing/2014/main" id="{CDC2D62C-A3F1-8BF6-F061-6FFCEED12EA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24786" b="-1"/>
          <a:stretch>
            <a:fillRect/>
          </a:stretch>
        </p:blipFill>
        <p:spPr>
          <a:xfrm>
            <a:off x="5236368" y="898776"/>
            <a:ext cx="3336131" cy="2495003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9A59B10-9D94-4C5B-8BF0-95928DCE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9144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54E31B9-72DD-4DE4-B3E3-4395530BE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8738192-1FEA-49E1-BFF3-6D1C324A5C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3C51644-0F34-453B-92B8-9FF33932E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ADB9AB8-2EB4-4B5E-9A1E-84F2E44D9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5F439B0-E080-4B01-85AF-D226A85BA4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EDEC643B-AA3F-4913-B411-1458BCEF26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5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4325" y="1120676"/>
            <a:ext cx="4607719" cy="2308324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br>
              <a:rPr lang="en-CA" sz="4900" dirty="0">
                <a:solidFill>
                  <a:schemeClr val="bg1"/>
                </a:solidFill>
              </a:rPr>
            </a:br>
            <a:r>
              <a:rPr lang="en-CA" sz="4900" dirty="0">
                <a:solidFill>
                  <a:schemeClr val="bg1"/>
                </a:solidFill>
              </a:rPr>
              <a:t>Capstone Project: </a:t>
            </a:r>
            <a:r>
              <a:rPr lang="en-CA" sz="2700" dirty="0">
                <a:solidFill>
                  <a:schemeClr val="bg1"/>
                </a:solidFill>
              </a:rPr>
              <a:t>Malware detection and Response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82" y="4292555"/>
            <a:ext cx="5269314" cy="934832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90000"/>
              </a:lnSpc>
            </a:pPr>
            <a:r>
              <a:rPr lang="en-CA" sz="3000" dirty="0">
                <a:solidFill>
                  <a:schemeClr val="bg1"/>
                </a:solidFill>
              </a:rPr>
              <a:t>
Funsho Igbasan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8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Step1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160" y="1809541"/>
            <a:ext cx="8182233" cy="687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</a:pPr>
            <a:r>
              <a:rPr lang="en-US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Ubuntu agent endpoint actively connected to Wazuh manager and screenshot confirms its active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sX0" fmla="*/ 0 w 3429000"/>
              <a:gd name="csY0" fmla="*/ 0 h 18288"/>
              <a:gd name="csX1" fmla="*/ 685800 w 3429000"/>
              <a:gd name="csY1" fmla="*/ 0 h 18288"/>
              <a:gd name="csX2" fmla="*/ 1371600 w 3429000"/>
              <a:gd name="csY2" fmla="*/ 0 h 18288"/>
              <a:gd name="csX3" fmla="*/ 2057400 w 3429000"/>
              <a:gd name="csY3" fmla="*/ 0 h 18288"/>
              <a:gd name="csX4" fmla="*/ 2674620 w 3429000"/>
              <a:gd name="csY4" fmla="*/ 0 h 18288"/>
              <a:gd name="csX5" fmla="*/ 3429000 w 3429000"/>
              <a:gd name="csY5" fmla="*/ 0 h 18288"/>
              <a:gd name="csX6" fmla="*/ 3429000 w 3429000"/>
              <a:gd name="csY6" fmla="*/ 18288 h 18288"/>
              <a:gd name="csX7" fmla="*/ 2811780 w 3429000"/>
              <a:gd name="csY7" fmla="*/ 18288 h 18288"/>
              <a:gd name="csX8" fmla="*/ 2228850 w 3429000"/>
              <a:gd name="csY8" fmla="*/ 18288 h 18288"/>
              <a:gd name="csX9" fmla="*/ 1543050 w 3429000"/>
              <a:gd name="csY9" fmla="*/ 18288 h 18288"/>
              <a:gd name="csX10" fmla="*/ 925830 w 3429000"/>
              <a:gd name="csY10" fmla="*/ 18288 h 18288"/>
              <a:gd name="csX11" fmla="*/ 0 w 3429000"/>
              <a:gd name="csY11" fmla="*/ 18288 h 18288"/>
              <a:gd name="csX12" fmla="*/ 0 w 342900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15E4C9-670A-4A8C-AA0F-97EA15D6D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" y="2734056"/>
            <a:ext cx="9079992" cy="34197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468" y="3296652"/>
            <a:ext cx="9151584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905833"/>
            <a:ext cx="3161297" cy="23987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 2: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9947" y="3429000"/>
            <a:ext cx="4983939" cy="3254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0" dirty="0"/>
              <a:t>Run command in Ubuntu to create the file (see screenshot below)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0" dirty="0"/>
              <a:t>The command successfully created the 68-byte EICAR test file.</a:t>
            </a:r>
          </a:p>
          <a:p>
            <a:pPr defTabSz="914400">
              <a:lnSpc>
                <a:spcPct val="90000"/>
              </a:lnSpc>
              <a:spcAft>
                <a:spcPts val="500"/>
              </a:spcAft>
            </a:pPr>
            <a:r>
              <a:rPr lang="en-US" sz="1400" b="1" dirty="0"/>
              <a:t>File information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0" dirty="0"/>
              <a:t>Filename: eicar.com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0" dirty="0"/>
              <a:t>File path: /root/eicar.com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0" dirty="0"/>
              <a:t>Endpoint: Ubuntu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0" dirty="0"/>
              <a:t>Timestamp: October 3, 2026 @ 01:44:39.268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1A1506-2CEA-4DFC-8856-18219A7F3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" y="798658"/>
            <a:ext cx="8732520" cy="19125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FCA321-2DF0-B140-F931-205354C07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53A170-E0F7-0BCA-C37B-E5EB25728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33F91C-7DCA-F68B-408B-45CC5B54D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72B1FE-6953-1C0C-277A-DF8CBEAF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File hashes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289F48E1-549C-30D0-DE31-DBAFD9890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D92BAFD-3055-90E7-34BF-C5F21B231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8245027-DD1D-E5EF-15C6-B6650B4E4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3F588023-9257-9942-B605-8F7C352EE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73373BC-1EE0-D86D-F4D8-E792DE0E8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7CC87429-7EB1-77C7-A020-6701165B9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99BE422-9B4D-4E0E-A36F-62B9FB0E8D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F9D41AC-6042-2601-0857-C5F2056100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7B3DB9B-6327-C459-75AE-38E34F54A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905A587-A33D-A603-EBC8-D32B6B5CE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BBDA38E-0F27-D069-7722-0BE5F19DE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2CD536-1D1B-F742-B574-CC714F6DE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8B215D3-F54B-E3F3-8FE6-44A19CBBF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9F5B278-0270-5ABF-72DD-13F8B69DC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70369A7-C4AC-4931-F50C-D740348CC2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DECEAF8-80C8-F172-2704-83D0004AF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F8DF08A-C023-7DDE-5C27-2434C7ADF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E831CBD-86F3-FB3B-FB3A-8C38F700F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FE18658-70A6-18B3-3F38-4D4D458A0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F930614A-45DB-643A-FA54-4D97418028EE}"/>
              </a:ext>
            </a:extLst>
          </p:cNvPr>
          <p:cNvGraphicFramePr/>
          <p:nvPr/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2799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Wazuhfile</a:t>
            </a: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Integrity Monitoring in real time: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B3D80F5A-BA9D-D286-A2DA-17D04BAD78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2904017"/>
              </p:ext>
            </p:extLst>
          </p:nvPr>
        </p:nvGraphicFramePr>
        <p:xfrm>
          <a:off x="3987751" y="477540"/>
          <a:ext cx="4964225" cy="6176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TextBox 2">
            <a:extLst>
              <a:ext uri="{FF2B5EF4-FFF2-40B4-BE49-F238E27FC236}">
                <a16:creationId xmlns:a16="http://schemas.microsoft.com/office/drawing/2014/main" id="{83268D7E-3C87-293C-C2FA-FDEC0DB7E7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0962692"/>
              </p:ext>
            </p:extLst>
          </p:nvPr>
        </p:nvGraphicFramePr>
        <p:xfrm>
          <a:off x="4789847" y="740406"/>
          <a:ext cx="3037113" cy="5349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Step 3:</a:t>
            </a:r>
            <a:b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Check </a:t>
            </a:r>
            <a:r>
              <a:rPr lang="en-US" sz="35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Wazuh</a:t>
            </a:r>
            <a:r>
              <a:rPr lang="en-US" sz="3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for the alert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D0EE3C-2F75-4454-9C01-DC64521FA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758731"/>
            <a:ext cx="8495662" cy="28672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5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4E65F23-789E-4CB9-B34F-46A85E25D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1CA207F7-3B67-4EA2-8EC5-1260B55A07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AD4CC450-51C3-4A41-B2B1-68A15D57C5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ED62506D-F8E8-4C55-B160-D4FE898504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E6004793-0083-43B9-81A2-20F71D2C7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53D192AA-AFCB-470F-B66A-18815C352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9079B0CF-0B4C-42A9-9769-3AC0A34FA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0936"/>
            <a:ext cx="3945744" cy="209675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br>
              <a:rPr lang="en-US" sz="4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1997" y="630936"/>
            <a:ext cx="3798143" cy="209676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bg1"/>
                </a:solidFill>
              </a:rPr>
              <a:t>Flie created </a:t>
            </a:r>
            <a:r>
              <a:rPr lang="en-US" sz="1400" b="0">
                <a:solidFill>
                  <a:schemeClr val="bg1"/>
                </a:solidFill>
              </a:rPr>
              <a:t>: Oct 3, 2026 @ 01:44:39.268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bg1"/>
                </a:solidFill>
              </a:rPr>
              <a:t>File path </a:t>
            </a:r>
            <a:r>
              <a:rPr lang="en-US" sz="1400" b="0">
                <a:solidFill>
                  <a:schemeClr val="bg1"/>
                </a:solidFill>
              </a:rPr>
              <a:t>: /root/eicar.com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bg1"/>
                </a:solidFill>
              </a:rPr>
              <a:t>Endpoint generated the event</a:t>
            </a:r>
            <a:r>
              <a:rPr lang="en-US" sz="1400" b="0">
                <a:solidFill>
                  <a:schemeClr val="bg1"/>
                </a:solidFill>
              </a:rPr>
              <a:t>: Ubuntu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bg1"/>
                </a:solidFill>
              </a:rPr>
              <a:t>User</a:t>
            </a:r>
            <a:r>
              <a:rPr lang="en-US" sz="1400" b="0">
                <a:solidFill>
                  <a:schemeClr val="bg1"/>
                </a:solidFill>
              </a:rPr>
              <a:t>: Ubuntu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bg1"/>
                </a:solidFill>
              </a:rPr>
              <a:t>When it happened </a:t>
            </a:r>
            <a:r>
              <a:rPr lang="en-US" sz="1400" b="0">
                <a:solidFill>
                  <a:schemeClr val="bg1"/>
                </a:solidFill>
              </a:rPr>
              <a:t>: Oct 3, 2026 @ 01:44:39.268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bg1"/>
                </a:solidFill>
              </a:rPr>
              <a:t>Wazuh rule</a:t>
            </a:r>
            <a:r>
              <a:rPr lang="en-US" sz="1400" b="0">
                <a:solidFill>
                  <a:schemeClr val="bg1"/>
                </a:solidFill>
              </a:rPr>
              <a:t>: rule 100201, level 7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bg1"/>
                </a:solidFill>
              </a:rPr>
              <a:t>Rule description</a:t>
            </a:r>
            <a:r>
              <a:rPr lang="en-US" sz="1400" b="0">
                <a:solidFill>
                  <a:schemeClr val="bg1"/>
                </a:solidFill>
              </a:rPr>
              <a:t>: file added to /root directory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AE5F954-F630-4097-AA28-49513B40E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222" y="2885910"/>
            <a:ext cx="6018892" cy="3265248"/>
          </a:xfrm>
          <a:prstGeom prst="rect">
            <a:avLst/>
          </a:prstGeom>
        </p:spPr>
      </p:pic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043ADFC-DC2E-40D2-954D-4A13B908D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8687" y="3083610"/>
            <a:ext cx="304800" cy="322326"/>
            <a:chOff x="215328" y="-46937"/>
            <a:chExt cx="304800" cy="2773841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975E7D3-10F5-4E53-902F-9E79C98C2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DC51AAB-5A3B-4730-B8AC-46C96AC0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3A6F2D9-1476-4E35-988D-D4CCB15C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E17F678-D5C6-49BF-933D-1E65F69B3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528" y="123145"/>
            <a:ext cx="7886700" cy="142032"/>
          </a:xfrm>
        </p:spPr>
        <p:txBody>
          <a:bodyPr vert="horz" lIns="91440" tIns="45720" rIns="91440" bIns="45720" rtlCol="0">
            <a:noAutofit/>
          </a:bodyPr>
          <a:lstStyle/>
          <a:p>
            <a:pPr defTabSz="914400"/>
            <a:r>
              <a:rPr lang="en-US" sz="2000" dirty="0" err="1"/>
              <a:t>Wazuh</a:t>
            </a:r>
            <a:r>
              <a:rPr lang="en-US" sz="2000" dirty="0"/>
              <a:t> alert details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3C0BA0-C20A-42B8-8EAD-3BFF37F06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497713"/>
            <a:ext cx="7967580" cy="33301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376D0C-A7AE-4D55-9B02-D9459C523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18" y="3739170"/>
            <a:ext cx="7132320" cy="30892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A53C0CF-7453-49E2-89F5-A9EB23F581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4210"/>
          <a:stretch>
            <a:fillRect/>
          </a:stretch>
        </p:blipFill>
        <p:spPr>
          <a:xfrm>
            <a:off x="469942" y="317578"/>
            <a:ext cx="8138333" cy="3508437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018137"/>
            <a:ext cx="3426795" cy="212958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>
                <a:solidFill>
                  <a:schemeClr val="bg1"/>
                </a:solidFill>
              </a:rPr>
              <a:t>Step 4 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560" y="4018143"/>
            <a:ext cx="4255578" cy="212959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bg1"/>
                </a:solidFill>
              </a:rPr>
              <a:t>File hash</a:t>
            </a:r>
            <a:r>
              <a:rPr lang="en-US" sz="1000" b="0" dirty="0">
                <a:solidFill>
                  <a:schemeClr val="bg1"/>
                </a:solidFill>
              </a:rPr>
              <a:t>: 275a021bbfb6489e54d471899f7db9d1663fc695ec2fe2a2c4538aabf651fd0f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bg1"/>
                </a:solidFill>
              </a:rPr>
              <a:t>Virus Total Detection </a:t>
            </a:r>
            <a:r>
              <a:rPr lang="en-US" sz="1000" b="0" dirty="0">
                <a:solidFill>
                  <a:schemeClr val="bg1"/>
                </a:solidFill>
              </a:rPr>
              <a:t>:52/54 security engines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bg1"/>
                </a:solidFill>
              </a:rPr>
              <a:t>Number of Security vendor</a:t>
            </a:r>
            <a:r>
              <a:rPr lang="en-US" sz="1000" b="0" dirty="0">
                <a:solidFill>
                  <a:schemeClr val="bg1"/>
                </a:solidFill>
              </a:rPr>
              <a:t>: 26 vendors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chemeClr val="bg1"/>
                </a:solidFill>
              </a:rPr>
              <a:t>Relevant threat classification: virus, trojan</a:t>
            </a:r>
            <a:br>
              <a:rPr lang="en-US" sz="1000" b="0" dirty="0">
                <a:solidFill>
                  <a:schemeClr val="bg1"/>
                </a:solidFill>
              </a:rPr>
            </a:br>
            <a:endParaRPr lang="en-US" sz="1000" b="0" dirty="0">
              <a:solidFill>
                <a:schemeClr val="bg1"/>
              </a:solidFill>
            </a:endParaRPr>
          </a:p>
          <a:p>
            <a:pPr defTabSz="914400">
              <a:lnSpc>
                <a:spcPct val="90000"/>
              </a:lnSpc>
              <a:spcAft>
                <a:spcPts val="500"/>
              </a:spcAft>
            </a:pPr>
            <a:r>
              <a:rPr lang="en-US" sz="1000" b="1" dirty="0">
                <a:solidFill>
                  <a:schemeClr val="bg1"/>
                </a:solidFill>
              </a:rPr>
              <a:t>Additional info :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chemeClr val="bg1"/>
                </a:solidFill>
              </a:rPr>
              <a:t>1</a:t>
            </a:r>
            <a:r>
              <a:rPr lang="en-US" sz="1000" b="1" dirty="0">
                <a:solidFill>
                  <a:schemeClr val="bg1"/>
                </a:solidFill>
              </a:rPr>
              <a:t>. </a:t>
            </a:r>
            <a:r>
              <a:rPr lang="en-US" sz="1000" dirty="0">
                <a:solidFill>
                  <a:schemeClr val="bg1"/>
                </a:solidFill>
              </a:rPr>
              <a:t>Threat label: </a:t>
            </a:r>
            <a:r>
              <a:rPr lang="en-US" sz="1000" b="0" dirty="0" err="1">
                <a:solidFill>
                  <a:schemeClr val="bg1"/>
                </a:solidFill>
              </a:rPr>
              <a:t>virus.eicar</a:t>
            </a:r>
            <a:r>
              <a:rPr lang="en-US" sz="1000" b="0" dirty="0">
                <a:solidFill>
                  <a:schemeClr val="bg1"/>
                </a:solidFill>
              </a:rPr>
              <a:t>/test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chemeClr val="bg1"/>
                </a:solidFill>
              </a:rPr>
              <a:t>2. First Seen In The Wild  in 2012-06-14 17:16:14 UTC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chemeClr val="bg1"/>
                </a:solidFill>
              </a:rPr>
              <a:t>3. Has pseudo names some of which are : eicar.com-8708 , eicar.com-4402 , eicar.com eicar.com.txt, eicar.com-48361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9144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7" y="548640"/>
            <a:ext cx="7157553" cy="11887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Step 5: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8490" y="2431765"/>
            <a:ext cx="6207019" cy="33200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500"/>
              </a:spcAft>
            </a:pP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File is MALICIOUS </a:t>
            </a:r>
            <a:r>
              <a:rPr lang="en-US" sz="17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(Though it’s a test file)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Justification</a:t>
            </a:r>
            <a:r>
              <a:rPr lang="en-US" sz="17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lang="en-US" sz="1700" b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Wazuh</a:t>
            </a:r>
            <a:r>
              <a:rPr lang="en-US" sz="17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detected the creation of /root/eicar.com, and </a:t>
            </a:r>
            <a:r>
              <a:rPr lang="en-US" sz="1700" b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VirusTotal</a:t>
            </a:r>
            <a:r>
              <a:rPr lang="en-US" sz="17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subsequently identified the matching hash with a 52/54 detection ratio. Multiple vendors specifically classified the file as an EICAR test file, supporting the conclusion that the artifact was the standardized EICAR malware-detection test file.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8439" y="5970896"/>
            <a:ext cx="7475562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1" y="4018137"/>
            <a:ext cx="3803416" cy="212958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6: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830625"/>
            <a:ext cx="304800" cy="322326"/>
            <a:chOff x="215328" y="-46937"/>
            <a:chExt cx="304800" cy="2773841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Oval 61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7613133" y="4270841"/>
            <a:ext cx="1423414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30871" y="3622174"/>
            <a:ext cx="6524475" cy="29182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bg1"/>
                </a:solidFill>
              </a:rPr>
              <a:t>What response action was taken? </a:t>
            </a:r>
            <a:r>
              <a:rPr lang="en-US" sz="1400" b="0" dirty="0" err="1">
                <a:solidFill>
                  <a:schemeClr val="bg1"/>
                </a:solidFill>
              </a:rPr>
              <a:t>Wazuh</a:t>
            </a:r>
            <a:r>
              <a:rPr lang="en-US" sz="1400" b="0" dirty="0">
                <a:solidFill>
                  <a:schemeClr val="bg1"/>
                </a:solidFill>
              </a:rPr>
              <a:t> automatically removed the threat as indicated in the attached screenshot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bg1"/>
                </a:solidFill>
              </a:rPr>
              <a:t>Why was it appropriate? After </a:t>
            </a:r>
            <a:r>
              <a:rPr lang="en-US" sz="1400" b="0" dirty="0" err="1">
                <a:solidFill>
                  <a:schemeClr val="bg1"/>
                </a:solidFill>
              </a:rPr>
              <a:t>VirusTotal</a:t>
            </a:r>
            <a:r>
              <a:rPr lang="en-US" sz="1400" b="0" dirty="0">
                <a:solidFill>
                  <a:schemeClr val="bg1"/>
                </a:solidFill>
              </a:rPr>
              <a:t> enrichment identified the EICAR file as malicious, </a:t>
            </a:r>
            <a:r>
              <a:rPr lang="en-US" sz="1400" b="0" dirty="0" err="1">
                <a:solidFill>
                  <a:schemeClr val="bg1"/>
                </a:solidFill>
              </a:rPr>
              <a:t>Wazuh's</a:t>
            </a:r>
            <a:r>
              <a:rPr lang="en-US" sz="1400" b="0" dirty="0">
                <a:solidFill>
                  <a:schemeClr val="bg1"/>
                </a:solidFill>
              </a:rPr>
              <a:t> configured Active Response mechanism automatically executed remove-threat.sh to remove the detected file from the Ubuntu endpoint. Though this was a test file, in real scenario, Removal was the appropriate step to take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bg1"/>
                </a:solidFill>
              </a:rPr>
              <a:t>Was the file successfully removed/quarantined?  Yes , and this is also noted in the </a:t>
            </a:r>
            <a:r>
              <a:rPr lang="en-US" sz="1400" b="0" dirty="0" err="1">
                <a:solidFill>
                  <a:schemeClr val="bg1"/>
                </a:solidFill>
              </a:rPr>
              <a:t>wazuh</a:t>
            </a:r>
            <a:r>
              <a:rPr lang="en-US" sz="1400" b="0" dirty="0">
                <a:solidFill>
                  <a:schemeClr val="bg1"/>
                </a:solidFill>
              </a:rPr>
              <a:t> log sequence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bg1"/>
                </a:solidFill>
              </a:rPr>
              <a:t>Did </a:t>
            </a:r>
            <a:r>
              <a:rPr lang="en-US" sz="1400" b="0" dirty="0" err="1">
                <a:solidFill>
                  <a:schemeClr val="bg1"/>
                </a:solidFill>
              </a:rPr>
              <a:t>Wazuh</a:t>
            </a:r>
            <a:r>
              <a:rPr lang="en-US" sz="1400" b="0" dirty="0">
                <a:solidFill>
                  <a:schemeClr val="bg1"/>
                </a:solidFill>
              </a:rPr>
              <a:t> record the response? Yes it recorded it as “active-response/bin/remove-threat.sh removed threat located at /root/eicar.com”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bg1"/>
                </a:solidFill>
              </a:rPr>
              <a:t>Did the suspicious activity stop? Yes Following the removal of /root/eicar.com, the detected </a:t>
            </a:r>
            <a:r>
              <a:rPr lang="en-US" sz="1400" b="0" dirty="0" err="1">
                <a:solidFill>
                  <a:schemeClr val="bg1"/>
                </a:solidFill>
              </a:rPr>
              <a:t>maleware</a:t>
            </a:r>
            <a:r>
              <a:rPr lang="en-US" sz="1400" b="0" dirty="0">
                <a:solidFill>
                  <a:schemeClr val="bg1"/>
                </a:solidFill>
              </a:rPr>
              <a:t> was no longer present on the machine, indicating that the immediate suspicious file activity had stopped.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EFBA4C-3821-4D41-9856-02F85709D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87" y="983756"/>
            <a:ext cx="7865694" cy="24355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468" y="3296652"/>
            <a:ext cx="9151584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905833"/>
            <a:ext cx="3161297" cy="23987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 7</a:t>
            </a:r>
          </a:p>
        </p:txBody>
      </p:sp>
      <p:pic>
        <p:nvPicPr>
          <p:cNvPr id="4" name="Picture 3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16" y="1102998"/>
            <a:ext cx="7406444" cy="13701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23084" y="3884452"/>
            <a:ext cx="4292266" cy="2398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700" b="0" dirty="0"/>
              <a:t>The suspicious file is gone.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700" b="0" dirty="0"/>
              <a:t>The Ubuntu endpoint is still connected to </a:t>
            </a:r>
            <a:r>
              <a:rPr lang="en-US" sz="1700" b="0" dirty="0" err="1"/>
              <a:t>Wazuh</a:t>
            </a:r>
            <a:r>
              <a:rPr lang="en-US" sz="1700" b="0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700" b="0" dirty="0"/>
              <a:t>No additional related alerts are being generated.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700" b="0" dirty="0"/>
              <a:t>The remediation event is visible.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700" b="0" dirty="0"/>
              <a:t>Suspicious file is gone as seen in screenshot above and below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17BD7CC6-2F7F-4587-8E92-D041AB2CE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E7ED1F4-19EF-4BC2-A6EA-DF1525142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EE7C14F-442F-4416-A4A9-6DA10263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7AC4CCD-70AA-4916-97EA-D9C12FED1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5694289-EA59-4679-9DB4-0646321A8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2EDAD0A-6995-496D-9789-A34C66F5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CBBB211-248C-4F94-900A-80CD8D52F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8DCC953-87D5-419D-A529-94A94625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F67D0B7-A0F4-47EB-8DF7-2630C056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A3919D60-F174-4FEB-9E9D-5AF6BD659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8EF7474-F1F7-47A7-AF33-E38A86E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B14C3B3-01E7-4DD2-80BC-D6605BDB3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9E2ED25-9BE8-462A-BE54-D3E506DB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3E48329-07A0-4DBB-9D0C-0614AE37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ED609B4-86D5-44D5-8511-42AE9B12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912E1BF-76C2-49D5-A5AC-1CE20255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4E6722B-B0C0-4A43-91F6-6E2D6E2D7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8EAB6DA-9741-4668-8E47-957CD515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36EC6AA-9E44-4DD2-B718-EE0411141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38DE653-B3C7-49E5-A3B0-6C00B2608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90AE89EB-4F51-4181-9475-7E1048FB3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78285A0-9022-40FD-B520-91444BA16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E2EED1A-F137-41BB-A555-7CDFF9C33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E1EC980-DEDC-41BF-995C-1D471C90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A2F9486-DC13-4EDD-82CE-7FFC6F48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46A2475-19E5-46B8-B7FE-C2CF42971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30" y="4038037"/>
            <a:ext cx="3830524" cy="208742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Agent is still connected and active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07369" y="4038037"/>
            <a:ext cx="3762772" cy="208742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</a:pPr>
            <a:r>
              <a:rPr lang="en-US" sz="2400" b="0" kern="1200" dirty="0">
                <a:solidFill>
                  <a:schemeClr val="bg1"/>
                </a:solidFill>
                <a:latin typeface="Bradley Hand ITC" panose="03070402050302030203" pitchFamily="66" charset="0"/>
                <a:cs typeface="Arabic Typesetting" panose="020F0502020204030204" pitchFamily="66" charset="-78"/>
              </a:rPr>
              <a:t>Agent is still connected and active just as it was at the beginning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1CD8CAA-4614-4393-ADD7-7FDFD8AB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830625"/>
            <a:ext cx="304800" cy="322326"/>
            <a:chOff x="215328" y="-46937"/>
            <a:chExt cx="304800" cy="2773841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9F5BF84-4D12-40EB-B3CA-72B55341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CF91815-2B4A-44C8-BAC2-6732AD11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23960DB-F7E9-40C5-BDC7-9700C71B1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95623C8-E3C3-425E-B186-ADFF5B670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2E6C372-3996-4D51-A392-794428764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07" y="882517"/>
            <a:ext cx="7739033" cy="280317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 Additional Related 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29374" y="390832"/>
            <a:ext cx="2425189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</a:pPr>
            <a:r>
              <a:rPr lang="en-US" sz="1700" b="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No additional related alerts are being generated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3C64A5-E291-4294-AEDE-ACD77D6E3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804352"/>
            <a:ext cx="8275320" cy="48056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60B1C93-4460-7550-5743-14277B98C76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/>
              <a:t>4. Response/Remediation Event</a:t>
            </a:r>
          </a:p>
        </p:txBody>
      </p:sp>
      <p:graphicFrame>
        <p:nvGraphicFramePr>
          <p:cNvPr id="12" name="TextBox 2">
            <a:extLst>
              <a:ext uri="{FF2B5EF4-FFF2-40B4-BE49-F238E27FC236}">
                <a16:creationId xmlns:a16="http://schemas.microsoft.com/office/drawing/2014/main" id="{C69C470A-9CF2-8073-EE59-538594E8B0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148472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9B25F6-D845-46F3-BA69-3D48CEF7E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2468" y="901769"/>
            <a:ext cx="3727692" cy="3855397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AC0226-4651-4BF7-AA72-6DB611F80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2468" y="901769"/>
            <a:ext cx="3727692" cy="3855397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8CCAA36-1E98-45B0-AAF9-D8807BA8E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903616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83F456C-8972-439A-90A4-D7C52FA3A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903616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390AF2C-728C-4687-B7A2-3F9C788EC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96898"/>
            <a:ext cx="1396390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1C510C0-DED1-4708-AA14-355E5AFF1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6633"/>
            <a:ext cx="1396390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8C4F41-C97D-4755-8F7C-8C0A8E182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1921" y="798986"/>
            <a:ext cx="3727692" cy="3855397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8295BF-7687-31B2-6896-84C86337B1D0}"/>
              </a:ext>
            </a:extLst>
          </p:cNvPr>
          <p:cNvSpPr txBox="1"/>
          <p:nvPr/>
        </p:nvSpPr>
        <p:spPr>
          <a:xfrm>
            <a:off x="1504502" y="1018596"/>
            <a:ext cx="3138076" cy="25778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232F408-BBCD-48EE-ABF6-95201EF72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586" y="3453761"/>
            <a:ext cx="239956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02D5D2F-11CF-47F1-B542-8ED3199DC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586" y="3453761"/>
            <a:ext cx="239956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79109165-7872-4D8A-A545-F48B3AF1D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87264" y="4738591"/>
            <a:ext cx="1656736" cy="211940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5438E66D-E34C-48D4-9F9D-021EBD568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87264" y="4738591"/>
            <a:ext cx="1656736" cy="211940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5" name="Graphic 185">
            <a:extLst>
              <a:ext uri="{FF2B5EF4-FFF2-40B4-BE49-F238E27FC236}">
                <a16:creationId xmlns:a16="http://schemas.microsoft.com/office/drawing/2014/main" id="{1BC9510C-172B-4086-A60F-7AF0FBF22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57610" y="5662437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688A7FC-74D4-4003-9F5C-8C0A3F661F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443884A-0473-4494-95AC-A74292738D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A5C72FE-7FB1-4DA7-8CF8-45CA6AFB5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8A05A27-4E41-41AB-BB9E-977863EF72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412BF9D-EAB2-42D7-B657-42D5D101B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AE4510CE-2718-12D4-970F-58227F98B9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97353" y="2580962"/>
            <a:ext cx="2807608" cy="2807608"/>
          </a:xfrm>
          <a:prstGeom prst="rect">
            <a:avLst/>
          </a:prstGeom>
        </p:spPr>
      </p:pic>
      <p:sp>
        <p:nvSpPr>
          <p:cNvPr id="52" name="Graphic 212">
            <a:extLst>
              <a:ext uri="{FF2B5EF4-FFF2-40B4-BE49-F238E27FC236}">
                <a16:creationId xmlns:a16="http://schemas.microsoft.com/office/drawing/2014/main" id="{FEFCF180-A212-449F-8D07-5EC94B281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74047" y="2262962"/>
            <a:ext cx="466854" cy="622472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4" name="Graphic 212">
            <a:extLst>
              <a:ext uri="{FF2B5EF4-FFF2-40B4-BE49-F238E27FC236}">
                <a16:creationId xmlns:a16="http://schemas.microsoft.com/office/drawing/2014/main" id="{1400E1BC-11DC-49A0-856F-992F20EB4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74047" y="2262962"/>
            <a:ext cx="466854" cy="622472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94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681</Words>
  <Application>Microsoft Office PowerPoint</Application>
  <PresentationFormat>On-screen Show (4:3)</PresentationFormat>
  <Paragraphs>67</Paragraphs>
  <Slides>16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Bradley Hand ITC</vt:lpstr>
      <vt:lpstr>Calibri</vt:lpstr>
      <vt:lpstr>Office Theme</vt:lpstr>
      <vt:lpstr> Capstone Project: Malware detection and Response </vt:lpstr>
      <vt:lpstr>Step1 :</vt:lpstr>
      <vt:lpstr>Step 2:</vt:lpstr>
      <vt:lpstr>File hashes</vt:lpstr>
      <vt:lpstr>Wazuhfile Integrity Monitoring in real time:</vt:lpstr>
      <vt:lpstr>Step 3: Check Wazuh for the alert</vt:lpstr>
      <vt:lpstr> </vt:lpstr>
      <vt:lpstr>Wazuh alert details</vt:lpstr>
      <vt:lpstr>Step 4 :</vt:lpstr>
      <vt:lpstr>Step 5: VERDICT</vt:lpstr>
      <vt:lpstr>Step 6:</vt:lpstr>
      <vt:lpstr>Step 7</vt:lpstr>
      <vt:lpstr>Agent is still connected and active</vt:lpstr>
      <vt:lpstr>No Additional Related Alerts</vt:lpstr>
      <vt:lpstr>4. Response/Remediation Event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M365 Copilot</dc:creator>
  <cp:keywords/>
  <dc:description>generated using python-pptx</dc:description>
  <cp:lastModifiedBy>funsho igbasan</cp:lastModifiedBy>
  <cp:revision>3</cp:revision>
  <dcterms:created xsi:type="dcterms:W3CDTF">2026-10-03T14:32:43Z</dcterms:created>
  <dcterms:modified xsi:type="dcterms:W3CDTF">2026-10-11T23:18:30Z</dcterms:modified>
  <cp:category/>
</cp:coreProperties>
</file>